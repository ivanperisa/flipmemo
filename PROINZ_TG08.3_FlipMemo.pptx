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99" r:id="rId4"/>
  </p:sldMasterIdLst>
  <p:notesMasterIdLst>
    <p:notesMasterId r:id="rId21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x="9144000" cy="5143500" type="screen16x9"/>
  <p:notesSz cx="6858000" cy="9144000"/>
  <p:embeddedFontLst>
    <p:embeddedFont>
      <p:font typeface="Kulim Park" panose="020B0604020202020204" charset="0"/>
      <p:regular r:id="rId22"/>
      <p:bold r:id="rId23"/>
      <p:italic r:id="rId24"/>
      <p:boldItalic r:id="rId25"/>
    </p:embeddedFont>
    <p:embeddedFont>
      <p:font typeface="Kulim Park SemiBold" panose="020B0604020202020204" charset="0"/>
      <p:regular r:id="rId26"/>
      <p:bold r:id="rId27"/>
      <p:italic r:id="rId28"/>
      <p:boldItalic r:id="rId29"/>
    </p:embeddedFont>
    <p:embeddedFont>
      <p:font typeface="Manrope" panose="020B0604020202020204" charset="0"/>
      <p:regular r:id="rId30"/>
      <p:bold r:id="rId31"/>
    </p:embeddedFont>
    <p:embeddedFont>
      <p:font typeface="Nunito Light" pitchFamily="2" charset="0"/>
      <p:regular r:id="rId32"/>
      <p:italic r:id="rId33"/>
    </p:embeddedFont>
    <p:embeddedFont>
      <p:font typeface="PT Sans" panose="020B0503020203020204" pitchFamily="34" charset="0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F6C884-2007-4518-A10B-3C054F6AFC15}" v="1" dt="2026-01-23T16:17:21.2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946" y="-23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5.fntdata"/><Relationship Id="rId39" Type="http://schemas.openxmlformats.org/officeDocument/2006/relationships/viewProps" Target="viewProps.xml"/><Relationship Id="rId21" Type="http://schemas.openxmlformats.org/officeDocument/2006/relationships/notesMaster" Target="notesMasters/notesMaster1.xml"/><Relationship Id="rId34" Type="http://schemas.openxmlformats.org/officeDocument/2006/relationships/font" Target="fonts/font13.fntdata"/><Relationship Id="rId42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8.fntdata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font" Target="fonts/font16.fntdata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font" Target="fonts/font15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10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font" Target="fonts/font14.fntdata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9" name="Google Shape;599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6" name="Google Shape;606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g124dc3920de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3" name="Google Shape;613;g124dc3920de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ead6129809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0" name="Google Shape;620;gead6129809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gead6129809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7" name="Google Shape;627;gead6129809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ead6129809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7" name="Google Shape;637;gead6129809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g3bb6a809006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5" name="Google Shape;645;g3bb6a809006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g124dc3920d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3" name="Google Shape;653;g124dc3920d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ead6129809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ead6129809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gead612980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7" name="Google Shape;667;gead612980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3bb6a809006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4" name="Google Shape;674;g3bb6a809006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g124dc3920de_0_9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1" name="Google Shape;681;g124dc3920de_0_9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8" name="Google Shape;688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g124dc3920de_0_6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5" name="Google Shape;695;g124dc3920de_0_6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3bb6a809006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2" name="Google Shape;702;g3bb6a809006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g124dc3920de_0_5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9" name="Google Shape;709;g124dc3920de_0_5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813319">
            <a:off x="-1616877" y="-3424273"/>
            <a:ext cx="6402109" cy="5689153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rot="-649785" flipH="1">
            <a:off x="6475477" y="-738425"/>
            <a:ext cx="4558897" cy="1365861"/>
          </a:xfrm>
          <a:custGeom>
            <a:avLst/>
            <a:gdLst/>
            <a:ahLst/>
            <a:cxnLst/>
            <a:rect l="l" t="t" r="r" b="b"/>
            <a:pathLst>
              <a:path w="49165" h="14730" extrusionOk="0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1125387" y="2238100"/>
            <a:ext cx="7471673" cy="4771807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 rot="8823147">
            <a:off x="-2265377" y="2808773"/>
            <a:ext cx="5990392" cy="5613180"/>
          </a:xfrm>
          <a:custGeom>
            <a:avLst/>
            <a:gdLst/>
            <a:ahLst/>
            <a:cxnLst/>
            <a:rect l="l" t="t" r="r" b="b"/>
            <a:pathLst>
              <a:path w="93299" h="87424" extrusionOk="0">
                <a:moveTo>
                  <a:pt x="34162" y="1"/>
                </a:moveTo>
                <a:cubicBezTo>
                  <a:pt x="24245" y="1"/>
                  <a:pt x="25039" y="12520"/>
                  <a:pt x="13717" y="17147"/>
                </a:cubicBezTo>
                <a:cubicBezTo>
                  <a:pt x="1" y="22753"/>
                  <a:pt x="25599" y="33483"/>
                  <a:pt x="18923" y="50349"/>
                </a:cubicBezTo>
                <a:cubicBezTo>
                  <a:pt x="13077" y="65115"/>
                  <a:pt x="23069" y="87424"/>
                  <a:pt x="32143" y="87424"/>
                </a:cubicBezTo>
                <a:cubicBezTo>
                  <a:pt x="33432" y="87424"/>
                  <a:pt x="34703" y="86974"/>
                  <a:pt x="35906" y="85988"/>
                </a:cubicBezTo>
                <a:cubicBezTo>
                  <a:pt x="38841" y="83585"/>
                  <a:pt x="41192" y="82952"/>
                  <a:pt x="43240" y="82952"/>
                </a:cubicBezTo>
                <a:cubicBezTo>
                  <a:pt x="45526" y="82952"/>
                  <a:pt x="47435" y="83741"/>
                  <a:pt x="49356" y="83741"/>
                </a:cubicBezTo>
                <a:cubicBezTo>
                  <a:pt x="51391" y="83741"/>
                  <a:pt x="53441" y="82856"/>
                  <a:pt x="55968" y="79208"/>
                </a:cubicBezTo>
                <a:cubicBezTo>
                  <a:pt x="79663" y="45004"/>
                  <a:pt x="87416" y="44135"/>
                  <a:pt x="87416" y="44135"/>
                </a:cubicBezTo>
                <a:cubicBezTo>
                  <a:pt x="93298" y="21497"/>
                  <a:pt x="60858" y="9397"/>
                  <a:pt x="42111" y="1875"/>
                </a:cubicBezTo>
                <a:cubicBezTo>
                  <a:pt x="38838" y="561"/>
                  <a:pt x="36260" y="1"/>
                  <a:pt x="34162" y="1"/>
                </a:cubicBezTo>
                <a:close/>
              </a:path>
            </a:pathLst>
          </a:custGeom>
          <a:solidFill>
            <a:schemeClr val="accent3">
              <a:alpha val="3352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6536238" y="-142500"/>
            <a:ext cx="4935815" cy="3769836"/>
          </a:xfrm>
          <a:custGeom>
            <a:avLst/>
            <a:gdLst/>
            <a:ahLst/>
            <a:cxnLst/>
            <a:rect l="l" t="t" r="r" b="b"/>
            <a:pathLst>
              <a:path w="38799" h="29633" extrusionOk="0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8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 rot="649785">
            <a:off x="716152" y="4401125"/>
            <a:ext cx="4558897" cy="1365861"/>
          </a:xfrm>
          <a:custGeom>
            <a:avLst/>
            <a:gdLst/>
            <a:ahLst/>
            <a:cxnLst/>
            <a:rect l="l" t="t" r="r" b="b"/>
            <a:pathLst>
              <a:path w="49165" h="14730" extrusionOk="0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rgbClr val="AC9078">
              <a:alpha val="128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 rot="1244193">
            <a:off x="4086917" y="-777268"/>
            <a:ext cx="7826096" cy="2877857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/>
          <p:nvPr/>
        </p:nvSpPr>
        <p:spPr>
          <a:xfrm rot="-9555807">
            <a:off x="-6119383" y="2297294"/>
            <a:ext cx="7826096" cy="2877857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723150" y="1494200"/>
            <a:ext cx="7697700" cy="15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600">
                <a:latin typeface="Kulim Park SemiBold"/>
                <a:ea typeface="Kulim Park SemiBold"/>
                <a:cs typeface="Kulim Park SemiBold"/>
                <a:sym typeface="Kulim Park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1962550" y="3100575"/>
            <a:ext cx="52185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/>
          <p:nvPr/>
        </p:nvSpPr>
        <p:spPr>
          <a:xfrm rot="-10285629">
            <a:off x="4140874" y="-2015123"/>
            <a:ext cx="9471588" cy="6049060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3"/>
          <p:cNvSpPr/>
          <p:nvPr/>
        </p:nvSpPr>
        <p:spPr>
          <a:xfrm flipH="1">
            <a:off x="6818628" y="2586663"/>
            <a:ext cx="5766771" cy="3682967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dk2">
              <a:alpha val="1285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/>
          <p:nvPr/>
        </p:nvSpPr>
        <p:spPr>
          <a:xfrm rot="9748587" flipH="1">
            <a:off x="5601527" y="2021265"/>
            <a:ext cx="8200944" cy="3015698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3"/>
          <p:cNvSpPr/>
          <p:nvPr/>
        </p:nvSpPr>
        <p:spPr>
          <a:xfrm rot="4102346" flipH="1">
            <a:off x="-2270967" y="3805847"/>
            <a:ext cx="9416338" cy="6013774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3"/>
          <p:cNvSpPr/>
          <p:nvPr/>
        </p:nvSpPr>
        <p:spPr>
          <a:xfrm rot="813319">
            <a:off x="-3580677" y="-1425723"/>
            <a:ext cx="6402109" cy="5689153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title"/>
          </p:nvPr>
        </p:nvSpPr>
        <p:spPr>
          <a:xfrm>
            <a:off x="716550" y="1929275"/>
            <a:ext cx="7410900" cy="16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title" idx="2" hasCustomPrompt="1"/>
          </p:nvPr>
        </p:nvSpPr>
        <p:spPr>
          <a:xfrm>
            <a:off x="723300" y="845239"/>
            <a:ext cx="1498200" cy="11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7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8" name="Google Shape;28;p3"/>
          <p:cNvSpPr txBox="1">
            <a:spLocks noGrp="1"/>
          </p:cNvSpPr>
          <p:nvPr>
            <p:ph type="subTitle" idx="1"/>
          </p:nvPr>
        </p:nvSpPr>
        <p:spPr>
          <a:xfrm>
            <a:off x="716550" y="3578850"/>
            <a:ext cx="7410900" cy="7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3065327" y="-4200997"/>
            <a:ext cx="7065492" cy="5396392"/>
          </a:xfrm>
          <a:custGeom>
            <a:avLst/>
            <a:gdLst/>
            <a:ahLst/>
            <a:cxnLst/>
            <a:rect l="l" t="t" r="r" b="b"/>
            <a:pathLst>
              <a:path w="38799" h="29633" extrusionOk="0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4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/>
          <p:nvPr/>
        </p:nvSpPr>
        <p:spPr>
          <a:xfrm rot="813319">
            <a:off x="-704002" y="2342077"/>
            <a:ext cx="6402109" cy="5689153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4"/>
          <p:cNvSpPr/>
          <p:nvPr/>
        </p:nvSpPr>
        <p:spPr>
          <a:xfrm rot="-5553048">
            <a:off x="-3421688" y="1600648"/>
            <a:ext cx="5990367" cy="5613156"/>
          </a:xfrm>
          <a:custGeom>
            <a:avLst/>
            <a:gdLst/>
            <a:ahLst/>
            <a:cxnLst/>
            <a:rect l="l" t="t" r="r" b="b"/>
            <a:pathLst>
              <a:path w="93299" h="87424" extrusionOk="0">
                <a:moveTo>
                  <a:pt x="34162" y="1"/>
                </a:moveTo>
                <a:cubicBezTo>
                  <a:pt x="24245" y="1"/>
                  <a:pt x="25039" y="12520"/>
                  <a:pt x="13717" y="17147"/>
                </a:cubicBezTo>
                <a:cubicBezTo>
                  <a:pt x="1" y="22753"/>
                  <a:pt x="25599" y="33483"/>
                  <a:pt x="18923" y="50349"/>
                </a:cubicBezTo>
                <a:cubicBezTo>
                  <a:pt x="13077" y="65115"/>
                  <a:pt x="23069" y="87424"/>
                  <a:pt x="32143" y="87424"/>
                </a:cubicBezTo>
                <a:cubicBezTo>
                  <a:pt x="33432" y="87424"/>
                  <a:pt x="34703" y="86974"/>
                  <a:pt x="35906" y="85988"/>
                </a:cubicBezTo>
                <a:cubicBezTo>
                  <a:pt x="38841" y="83585"/>
                  <a:pt x="41192" y="82952"/>
                  <a:pt x="43240" y="82952"/>
                </a:cubicBezTo>
                <a:cubicBezTo>
                  <a:pt x="45526" y="82952"/>
                  <a:pt x="47435" y="83741"/>
                  <a:pt x="49356" y="83741"/>
                </a:cubicBezTo>
                <a:cubicBezTo>
                  <a:pt x="51391" y="83741"/>
                  <a:pt x="53441" y="82856"/>
                  <a:pt x="55968" y="79208"/>
                </a:cubicBezTo>
                <a:cubicBezTo>
                  <a:pt x="79663" y="45004"/>
                  <a:pt x="87416" y="44135"/>
                  <a:pt x="87416" y="44135"/>
                </a:cubicBezTo>
                <a:cubicBezTo>
                  <a:pt x="93298" y="21497"/>
                  <a:pt x="60858" y="9397"/>
                  <a:pt x="42111" y="1875"/>
                </a:cubicBezTo>
                <a:cubicBezTo>
                  <a:pt x="38838" y="561"/>
                  <a:pt x="36260" y="1"/>
                  <a:pt x="34162" y="1"/>
                </a:cubicBezTo>
                <a:close/>
              </a:path>
            </a:pathLst>
          </a:custGeom>
          <a:solidFill>
            <a:srgbClr val="AC9078">
              <a:alpha val="72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4"/>
          <p:cNvSpPr/>
          <p:nvPr/>
        </p:nvSpPr>
        <p:spPr>
          <a:xfrm rot="-1460553" flipH="1">
            <a:off x="6702382" y="-661835"/>
            <a:ext cx="7471555" cy="4771732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4"/>
          <p:cNvSpPr/>
          <p:nvPr/>
        </p:nvSpPr>
        <p:spPr>
          <a:xfrm rot="3657786">
            <a:off x="7243056" y="893138"/>
            <a:ext cx="4558957" cy="1365879"/>
          </a:xfrm>
          <a:custGeom>
            <a:avLst/>
            <a:gdLst/>
            <a:ahLst/>
            <a:cxnLst/>
            <a:rect l="l" t="t" r="r" b="b"/>
            <a:pathLst>
              <a:path w="49165" h="14730" extrusionOk="0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3">
              <a:alpha val="3352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4"/>
          <p:cNvSpPr/>
          <p:nvPr/>
        </p:nvSpPr>
        <p:spPr>
          <a:xfrm rot="3624623">
            <a:off x="5761668" y="608449"/>
            <a:ext cx="7826028" cy="2877832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title"/>
          </p:nvPr>
        </p:nvSpPr>
        <p:spPr>
          <a:xfrm>
            <a:off x="720000" y="437700"/>
            <a:ext cx="7702800" cy="65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"/>
          <p:cNvSpPr txBox="1">
            <a:spLocks noGrp="1"/>
          </p:cNvSpPr>
          <p:nvPr>
            <p:ph type="body" idx="1"/>
          </p:nvPr>
        </p:nvSpPr>
        <p:spPr>
          <a:xfrm>
            <a:off x="720000" y="1095450"/>
            <a:ext cx="7702800" cy="3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250"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/>
          <p:nvPr/>
        </p:nvSpPr>
        <p:spPr>
          <a:xfrm>
            <a:off x="-4528356" y="1004988"/>
            <a:ext cx="5766771" cy="3682967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dk2">
              <a:alpha val="1285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5"/>
          <p:cNvSpPr/>
          <p:nvPr/>
        </p:nvSpPr>
        <p:spPr>
          <a:xfrm rot="-9405665" flipH="1">
            <a:off x="6846081" y="1281156"/>
            <a:ext cx="7310152" cy="6849835"/>
          </a:xfrm>
          <a:custGeom>
            <a:avLst/>
            <a:gdLst/>
            <a:ahLst/>
            <a:cxnLst/>
            <a:rect l="l" t="t" r="r" b="b"/>
            <a:pathLst>
              <a:path w="93299" h="87424" extrusionOk="0">
                <a:moveTo>
                  <a:pt x="34162" y="1"/>
                </a:moveTo>
                <a:cubicBezTo>
                  <a:pt x="24245" y="1"/>
                  <a:pt x="25039" y="12520"/>
                  <a:pt x="13717" y="17147"/>
                </a:cubicBezTo>
                <a:cubicBezTo>
                  <a:pt x="1" y="22753"/>
                  <a:pt x="25599" y="33483"/>
                  <a:pt x="18923" y="50349"/>
                </a:cubicBezTo>
                <a:cubicBezTo>
                  <a:pt x="13077" y="65115"/>
                  <a:pt x="23069" y="87424"/>
                  <a:pt x="32143" y="87424"/>
                </a:cubicBezTo>
                <a:cubicBezTo>
                  <a:pt x="33432" y="87424"/>
                  <a:pt x="34703" y="86974"/>
                  <a:pt x="35906" y="85988"/>
                </a:cubicBezTo>
                <a:cubicBezTo>
                  <a:pt x="38841" y="83585"/>
                  <a:pt x="41192" y="82952"/>
                  <a:pt x="43240" y="82952"/>
                </a:cubicBezTo>
                <a:cubicBezTo>
                  <a:pt x="45526" y="82952"/>
                  <a:pt x="47435" y="83741"/>
                  <a:pt x="49356" y="83741"/>
                </a:cubicBezTo>
                <a:cubicBezTo>
                  <a:pt x="51391" y="83741"/>
                  <a:pt x="53441" y="82856"/>
                  <a:pt x="55968" y="79208"/>
                </a:cubicBezTo>
                <a:cubicBezTo>
                  <a:pt x="79663" y="45004"/>
                  <a:pt x="87416" y="44135"/>
                  <a:pt x="87416" y="44135"/>
                </a:cubicBezTo>
                <a:cubicBezTo>
                  <a:pt x="93298" y="21497"/>
                  <a:pt x="60858" y="9397"/>
                  <a:pt x="42111" y="1875"/>
                </a:cubicBezTo>
                <a:cubicBezTo>
                  <a:pt x="38838" y="561"/>
                  <a:pt x="36260" y="1"/>
                  <a:pt x="34162" y="1"/>
                </a:cubicBezTo>
                <a:close/>
              </a:path>
            </a:pathLst>
          </a:custGeom>
          <a:solidFill>
            <a:schemeClr val="accent3">
              <a:alpha val="3352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5"/>
          <p:cNvSpPr/>
          <p:nvPr/>
        </p:nvSpPr>
        <p:spPr>
          <a:xfrm rot="1478505" flipH="1">
            <a:off x="3709533" y="-1000036"/>
            <a:ext cx="7826136" cy="2877871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title"/>
          </p:nvPr>
        </p:nvSpPr>
        <p:spPr>
          <a:xfrm flipH="1">
            <a:off x="720000" y="43891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title" idx="2"/>
          </p:nvPr>
        </p:nvSpPr>
        <p:spPr>
          <a:xfrm>
            <a:off x="4789925" y="3371526"/>
            <a:ext cx="2325300" cy="48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subTitle" idx="1"/>
          </p:nvPr>
        </p:nvSpPr>
        <p:spPr>
          <a:xfrm>
            <a:off x="4789950" y="3879601"/>
            <a:ext cx="23253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5"/>
          <p:cNvSpPr txBox="1">
            <a:spLocks noGrp="1"/>
          </p:cNvSpPr>
          <p:nvPr>
            <p:ph type="title" idx="3"/>
          </p:nvPr>
        </p:nvSpPr>
        <p:spPr>
          <a:xfrm>
            <a:off x="2028750" y="3371526"/>
            <a:ext cx="2325300" cy="48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8" name="Google Shape;48;p5"/>
          <p:cNvSpPr txBox="1">
            <a:spLocks noGrp="1"/>
          </p:cNvSpPr>
          <p:nvPr>
            <p:ph type="subTitle" idx="4"/>
          </p:nvPr>
        </p:nvSpPr>
        <p:spPr>
          <a:xfrm>
            <a:off x="2028775" y="3879601"/>
            <a:ext cx="23253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5"/>
          <p:cNvSpPr/>
          <p:nvPr/>
        </p:nvSpPr>
        <p:spPr>
          <a:xfrm rot="9524149" flipH="1">
            <a:off x="-6659422" y="-2925302"/>
            <a:ext cx="9471569" cy="6049047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5"/>
          <p:cNvSpPr/>
          <p:nvPr/>
        </p:nvSpPr>
        <p:spPr>
          <a:xfrm rot="-9555841">
            <a:off x="-6785773" y="1808506"/>
            <a:ext cx="8200942" cy="3015697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6"/>
          <p:cNvSpPr/>
          <p:nvPr/>
        </p:nvSpPr>
        <p:spPr>
          <a:xfrm rot="3394465" flipH="1">
            <a:off x="3077084" y="3433218"/>
            <a:ext cx="8703343" cy="5558223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6"/>
          <p:cNvSpPr/>
          <p:nvPr/>
        </p:nvSpPr>
        <p:spPr>
          <a:xfrm>
            <a:off x="5867027" y="-1243497"/>
            <a:ext cx="7065492" cy="5396392"/>
          </a:xfrm>
          <a:custGeom>
            <a:avLst/>
            <a:gdLst/>
            <a:ahLst/>
            <a:cxnLst/>
            <a:rect l="l" t="t" r="r" b="b"/>
            <a:pathLst>
              <a:path w="38799" h="29633" extrusionOk="0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8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6"/>
          <p:cNvSpPr/>
          <p:nvPr/>
        </p:nvSpPr>
        <p:spPr>
          <a:xfrm rot="3952094">
            <a:off x="4978836" y="-32116"/>
            <a:ext cx="7826127" cy="2877868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6"/>
          <p:cNvSpPr/>
          <p:nvPr/>
        </p:nvSpPr>
        <p:spPr>
          <a:xfrm rot="-649760" flipH="1">
            <a:off x="7075142" y="-713258"/>
            <a:ext cx="4974484" cy="1490372"/>
          </a:xfrm>
          <a:custGeom>
            <a:avLst/>
            <a:gdLst/>
            <a:ahLst/>
            <a:cxnLst/>
            <a:rect l="l" t="t" r="r" b="b"/>
            <a:pathLst>
              <a:path w="49165" h="14730" extrusionOk="0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3">
              <a:alpha val="3464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6"/>
          <p:cNvSpPr/>
          <p:nvPr/>
        </p:nvSpPr>
        <p:spPr>
          <a:xfrm rot="813319">
            <a:off x="-2477752" y="-3074323"/>
            <a:ext cx="6402109" cy="5689153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6"/>
          <p:cNvSpPr/>
          <p:nvPr/>
        </p:nvSpPr>
        <p:spPr>
          <a:xfrm rot="-10285603">
            <a:off x="-4701904" y="3752842"/>
            <a:ext cx="7471761" cy="4771864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6"/>
          <p:cNvSpPr/>
          <p:nvPr/>
        </p:nvSpPr>
        <p:spPr>
          <a:xfrm rot="-7426355">
            <a:off x="-5557542" y="1132830"/>
            <a:ext cx="7826046" cy="2877838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 flipH="1">
            <a:off x="719925" y="437700"/>
            <a:ext cx="7704000" cy="65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7"/>
          <p:cNvSpPr/>
          <p:nvPr/>
        </p:nvSpPr>
        <p:spPr>
          <a:xfrm rot="3394465" flipH="1">
            <a:off x="5041484" y="2286018"/>
            <a:ext cx="8703343" cy="5558223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7"/>
          <p:cNvSpPr/>
          <p:nvPr/>
        </p:nvSpPr>
        <p:spPr>
          <a:xfrm rot="-10285603">
            <a:off x="7150321" y="-2266383"/>
            <a:ext cx="7471761" cy="4771864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3">
              <a:alpha val="254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7"/>
          <p:cNvSpPr/>
          <p:nvPr/>
        </p:nvSpPr>
        <p:spPr>
          <a:xfrm rot="955394" flipH="1">
            <a:off x="1460861" y="-2197712"/>
            <a:ext cx="7826028" cy="2877832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7"/>
          <p:cNvSpPr txBox="1">
            <a:spLocks noGrp="1"/>
          </p:cNvSpPr>
          <p:nvPr>
            <p:ph type="body" idx="1"/>
          </p:nvPr>
        </p:nvSpPr>
        <p:spPr>
          <a:xfrm>
            <a:off x="4572000" y="1369325"/>
            <a:ext cx="3850500" cy="333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400"/>
            </a:lvl1pPr>
            <a:lvl2pPr marL="914400" lvl="1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/>
            </a:lvl2pPr>
            <a:lvl3pPr marL="1371600" lvl="2" indent="-32385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Font typeface="Nunito Light"/>
              <a:buChar char="■"/>
              <a:defRPr/>
            </a:lvl3pPr>
            <a:lvl4pPr marL="1828800" lvl="3" indent="-32385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Font typeface="Nunito Light"/>
              <a:buChar char="●"/>
              <a:defRPr/>
            </a:lvl4pPr>
            <a:lvl5pPr marL="2286000" lvl="4" indent="-330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○"/>
              <a:defRPr/>
            </a:lvl5pPr>
            <a:lvl6pPr marL="2743200" lvl="5" indent="-330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■"/>
              <a:defRPr/>
            </a:lvl6pPr>
            <a:lvl7pPr marL="3200400" lvl="6" indent="-31115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 Light"/>
              <a:buChar char="●"/>
              <a:defRPr/>
            </a:lvl7pPr>
            <a:lvl8pPr marL="3657600" lvl="7" indent="-31115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 Light"/>
              <a:buChar char="○"/>
              <a:defRPr/>
            </a:lvl8pPr>
            <a:lvl9pPr marL="4114800" lvl="8" indent="-3302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title"/>
          </p:nvPr>
        </p:nvSpPr>
        <p:spPr>
          <a:xfrm>
            <a:off x="719925" y="437700"/>
            <a:ext cx="7704000" cy="65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8"/>
          <p:cNvSpPr/>
          <p:nvPr/>
        </p:nvSpPr>
        <p:spPr>
          <a:xfrm rot="-813319" flipH="1">
            <a:off x="4432698" y="-3424273"/>
            <a:ext cx="6402109" cy="5689153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8"/>
          <p:cNvSpPr/>
          <p:nvPr/>
        </p:nvSpPr>
        <p:spPr>
          <a:xfrm rot="649785">
            <a:off x="-1816445" y="-738425"/>
            <a:ext cx="4558897" cy="1365861"/>
          </a:xfrm>
          <a:custGeom>
            <a:avLst/>
            <a:gdLst/>
            <a:ahLst/>
            <a:cxnLst/>
            <a:rect l="l" t="t" r="r" b="b"/>
            <a:pathLst>
              <a:path w="49165" h="14730" extrusionOk="0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8"/>
          <p:cNvSpPr/>
          <p:nvPr/>
        </p:nvSpPr>
        <p:spPr>
          <a:xfrm flipH="1">
            <a:off x="620870" y="2238100"/>
            <a:ext cx="7471673" cy="4771807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8"/>
          <p:cNvSpPr/>
          <p:nvPr/>
        </p:nvSpPr>
        <p:spPr>
          <a:xfrm rot="-8823147" flipH="1">
            <a:off x="5492915" y="2808773"/>
            <a:ext cx="5990392" cy="5613180"/>
          </a:xfrm>
          <a:custGeom>
            <a:avLst/>
            <a:gdLst/>
            <a:ahLst/>
            <a:cxnLst/>
            <a:rect l="l" t="t" r="r" b="b"/>
            <a:pathLst>
              <a:path w="93299" h="87424" extrusionOk="0">
                <a:moveTo>
                  <a:pt x="34162" y="1"/>
                </a:moveTo>
                <a:cubicBezTo>
                  <a:pt x="24245" y="1"/>
                  <a:pt x="25039" y="12520"/>
                  <a:pt x="13717" y="17147"/>
                </a:cubicBezTo>
                <a:cubicBezTo>
                  <a:pt x="1" y="22753"/>
                  <a:pt x="25599" y="33483"/>
                  <a:pt x="18923" y="50349"/>
                </a:cubicBezTo>
                <a:cubicBezTo>
                  <a:pt x="13077" y="65115"/>
                  <a:pt x="23069" y="87424"/>
                  <a:pt x="32143" y="87424"/>
                </a:cubicBezTo>
                <a:cubicBezTo>
                  <a:pt x="33432" y="87424"/>
                  <a:pt x="34703" y="86974"/>
                  <a:pt x="35906" y="85988"/>
                </a:cubicBezTo>
                <a:cubicBezTo>
                  <a:pt x="38841" y="83585"/>
                  <a:pt x="41192" y="82952"/>
                  <a:pt x="43240" y="82952"/>
                </a:cubicBezTo>
                <a:cubicBezTo>
                  <a:pt x="45526" y="82952"/>
                  <a:pt x="47435" y="83741"/>
                  <a:pt x="49356" y="83741"/>
                </a:cubicBezTo>
                <a:cubicBezTo>
                  <a:pt x="51391" y="83741"/>
                  <a:pt x="53441" y="82856"/>
                  <a:pt x="55968" y="79208"/>
                </a:cubicBezTo>
                <a:cubicBezTo>
                  <a:pt x="79663" y="45004"/>
                  <a:pt x="87416" y="44135"/>
                  <a:pt x="87416" y="44135"/>
                </a:cubicBezTo>
                <a:cubicBezTo>
                  <a:pt x="93298" y="21497"/>
                  <a:pt x="60858" y="9397"/>
                  <a:pt x="42111" y="1875"/>
                </a:cubicBezTo>
                <a:cubicBezTo>
                  <a:pt x="38838" y="561"/>
                  <a:pt x="36260" y="1"/>
                  <a:pt x="34162" y="1"/>
                </a:cubicBezTo>
                <a:close/>
              </a:path>
            </a:pathLst>
          </a:custGeom>
          <a:solidFill>
            <a:schemeClr val="accent3">
              <a:alpha val="3352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8"/>
          <p:cNvSpPr/>
          <p:nvPr/>
        </p:nvSpPr>
        <p:spPr>
          <a:xfrm flipH="1">
            <a:off x="-2254122" y="-142500"/>
            <a:ext cx="4935815" cy="3769836"/>
          </a:xfrm>
          <a:custGeom>
            <a:avLst/>
            <a:gdLst/>
            <a:ahLst/>
            <a:cxnLst/>
            <a:rect l="l" t="t" r="r" b="b"/>
            <a:pathLst>
              <a:path w="38799" h="29633" extrusionOk="0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8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8"/>
          <p:cNvSpPr/>
          <p:nvPr/>
        </p:nvSpPr>
        <p:spPr>
          <a:xfrm rot="-649785" flipH="1">
            <a:off x="3942880" y="4401125"/>
            <a:ext cx="4558897" cy="1365861"/>
          </a:xfrm>
          <a:custGeom>
            <a:avLst/>
            <a:gdLst/>
            <a:ahLst/>
            <a:cxnLst/>
            <a:rect l="l" t="t" r="r" b="b"/>
            <a:pathLst>
              <a:path w="49165" h="14730" extrusionOk="0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rgbClr val="AC9078">
              <a:alpha val="128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8"/>
          <p:cNvSpPr/>
          <p:nvPr/>
        </p:nvSpPr>
        <p:spPr>
          <a:xfrm rot="-1244193" flipH="1">
            <a:off x="-2695083" y="-777268"/>
            <a:ext cx="7826096" cy="2877857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8"/>
          <p:cNvSpPr/>
          <p:nvPr/>
        </p:nvSpPr>
        <p:spPr>
          <a:xfrm rot="9555807" flipH="1">
            <a:off x="7511217" y="2297294"/>
            <a:ext cx="7826096" cy="2877857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8"/>
          <p:cNvSpPr txBox="1">
            <a:spLocks noGrp="1"/>
          </p:cNvSpPr>
          <p:nvPr>
            <p:ph type="title"/>
          </p:nvPr>
        </p:nvSpPr>
        <p:spPr>
          <a:xfrm>
            <a:off x="1796850" y="1301800"/>
            <a:ext cx="5550300" cy="253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80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9" name="Google Shape;79;p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9"/>
          <p:cNvSpPr/>
          <p:nvPr/>
        </p:nvSpPr>
        <p:spPr>
          <a:xfrm rot="813319">
            <a:off x="-2477752" y="-5055523"/>
            <a:ext cx="6402109" cy="5689153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9"/>
          <p:cNvSpPr/>
          <p:nvPr/>
        </p:nvSpPr>
        <p:spPr>
          <a:xfrm rot="3394465" flipH="1">
            <a:off x="4067684" y="5109618"/>
            <a:ext cx="8703343" cy="5558223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9"/>
          <p:cNvSpPr/>
          <p:nvPr/>
        </p:nvSpPr>
        <p:spPr>
          <a:xfrm>
            <a:off x="7010027" y="-1243497"/>
            <a:ext cx="7065492" cy="5396392"/>
          </a:xfrm>
          <a:custGeom>
            <a:avLst/>
            <a:gdLst/>
            <a:ahLst/>
            <a:cxnLst/>
            <a:rect l="l" t="t" r="r" b="b"/>
            <a:pathLst>
              <a:path w="38799" h="29633" extrusionOk="0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4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9"/>
          <p:cNvSpPr/>
          <p:nvPr/>
        </p:nvSpPr>
        <p:spPr>
          <a:xfrm rot="3406877">
            <a:off x="3098060" y="-32126"/>
            <a:ext cx="7826090" cy="2877855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9"/>
          <p:cNvSpPr/>
          <p:nvPr/>
        </p:nvSpPr>
        <p:spPr>
          <a:xfrm rot="-649760" flipH="1">
            <a:off x="7075142" y="-713258"/>
            <a:ext cx="4974484" cy="1490372"/>
          </a:xfrm>
          <a:custGeom>
            <a:avLst/>
            <a:gdLst/>
            <a:ahLst/>
            <a:cxnLst/>
            <a:rect l="l" t="t" r="r" b="b"/>
            <a:pathLst>
              <a:path w="49165" h="14730" extrusionOk="0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3">
              <a:alpha val="3464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9"/>
          <p:cNvSpPr/>
          <p:nvPr/>
        </p:nvSpPr>
        <p:spPr>
          <a:xfrm rot="-10285603">
            <a:off x="-4701904" y="3752842"/>
            <a:ext cx="7471761" cy="4771864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9"/>
          <p:cNvSpPr/>
          <p:nvPr/>
        </p:nvSpPr>
        <p:spPr>
          <a:xfrm rot="-7426355">
            <a:off x="-5557542" y="1132830"/>
            <a:ext cx="7826046" cy="2877838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9"/>
          <p:cNvSpPr txBox="1">
            <a:spLocks noGrp="1"/>
          </p:cNvSpPr>
          <p:nvPr>
            <p:ph type="title"/>
          </p:nvPr>
        </p:nvSpPr>
        <p:spPr>
          <a:xfrm>
            <a:off x="723300" y="775600"/>
            <a:ext cx="6137400" cy="178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 sz="5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9"/>
          <p:cNvSpPr txBox="1">
            <a:spLocks noGrp="1"/>
          </p:cNvSpPr>
          <p:nvPr>
            <p:ph type="subTitle" idx="1"/>
          </p:nvPr>
        </p:nvSpPr>
        <p:spPr>
          <a:xfrm>
            <a:off x="799500" y="2583500"/>
            <a:ext cx="6137400" cy="178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93" name="Google Shape;93;p10"/>
          <p:cNvSpPr txBox="1">
            <a:spLocks noGrp="1"/>
          </p:cNvSpPr>
          <p:nvPr>
            <p:ph type="title"/>
          </p:nvPr>
        </p:nvSpPr>
        <p:spPr>
          <a:xfrm>
            <a:off x="723300" y="1315950"/>
            <a:ext cx="2771700" cy="25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1"/>
          <p:cNvSpPr/>
          <p:nvPr/>
        </p:nvSpPr>
        <p:spPr>
          <a:xfrm rot="-10285629">
            <a:off x="5066449" y="-2124373"/>
            <a:ext cx="9471588" cy="6049060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1"/>
          <p:cNvSpPr/>
          <p:nvPr/>
        </p:nvSpPr>
        <p:spPr>
          <a:xfrm flipH="1">
            <a:off x="7942003" y="1004988"/>
            <a:ext cx="5766771" cy="3682967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dk2">
              <a:alpha val="1285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11"/>
          <p:cNvSpPr/>
          <p:nvPr/>
        </p:nvSpPr>
        <p:spPr>
          <a:xfrm rot="2839443">
            <a:off x="-308418" y="2442034"/>
            <a:ext cx="6402141" cy="5689181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1"/>
          <p:cNvSpPr/>
          <p:nvPr/>
        </p:nvSpPr>
        <p:spPr>
          <a:xfrm rot="9405665">
            <a:off x="-4305365" y="1281181"/>
            <a:ext cx="7310152" cy="6849835"/>
          </a:xfrm>
          <a:custGeom>
            <a:avLst/>
            <a:gdLst/>
            <a:ahLst/>
            <a:cxnLst/>
            <a:rect l="l" t="t" r="r" b="b"/>
            <a:pathLst>
              <a:path w="93299" h="87424" extrusionOk="0">
                <a:moveTo>
                  <a:pt x="34162" y="1"/>
                </a:moveTo>
                <a:cubicBezTo>
                  <a:pt x="24245" y="1"/>
                  <a:pt x="25039" y="12520"/>
                  <a:pt x="13717" y="17147"/>
                </a:cubicBezTo>
                <a:cubicBezTo>
                  <a:pt x="1" y="22753"/>
                  <a:pt x="25599" y="33483"/>
                  <a:pt x="18923" y="50349"/>
                </a:cubicBezTo>
                <a:cubicBezTo>
                  <a:pt x="13077" y="65115"/>
                  <a:pt x="23069" y="87424"/>
                  <a:pt x="32143" y="87424"/>
                </a:cubicBezTo>
                <a:cubicBezTo>
                  <a:pt x="33432" y="87424"/>
                  <a:pt x="34703" y="86974"/>
                  <a:pt x="35906" y="85988"/>
                </a:cubicBezTo>
                <a:cubicBezTo>
                  <a:pt x="38841" y="83585"/>
                  <a:pt x="41192" y="82952"/>
                  <a:pt x="43240" y="82952"/>
                </a:cubicBezTo>
                <a:cubicBezTo>
                  <a:pt x="45526" y="82952"/>
                  <a:pt x="47435" y="83741"/>
                  <a:pt x="49356" y="83741"/>
                </a:cubicBezTo>
                <a:cubicBezTo>
                  <a:pt x="51391" y="83741"/>
                  <a:pt x="53441" y="82856"/>
                  <a:pt x="55968" y="79208"/>
                </a:cubicBezTo>
                <a:cubicBezTo>
                  <a:pt x="79663" y="45004"/>
                  <a:pt x="87416" y="44135"/>
                  <a:pt x="87416" y="44135"/>
                </a:cubicBezTo>
                <a:cubicBezTo>
                  <a:pt x="93298" y="21497"/>
                  <a:pt x="60858" y="9397"/>
                  <a:pt x="42111" y="1875"/>
                </a:cubicBezTo>
                <a:cubicBezTo>
                  <a:pt x="38838" y="561"/>
                  <a:pt x="36260" y="1"/>
                  <a:pt x="34162" y="1"/>
                </a:cubicBezTo>
                <a:close/>
              </a:path>
            </a:pathLst>
          </a:custGeom>
          <a:solidFill>
            <a:schemeClr val="accent3">
              <a:alpha val="3352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11"/>
          <p:cNvSpPr/>
          <p:nvPr/>
        </p:nvSpPr>
        <p:spPr>
          <a:xfrm rot="-1478505">
            <a:off x="-2334601" y="-1000036"/>
            <a:ext cx="7826136" cy="2877871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11"/>
          <p:cNvSpPr/>
          <p:nvPr/>
        </p:nvSpPr>
        <p:spPr>
          <a:xfrm rot="9555841" flipH="1">
            <a:off x="7023452" y="1808506"/>
            <a:ext cx="8200942" cy="3015697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1"/>
          <p:cNvSpPr txBox="1">
            <a:spLocks noGrp="1"/>
          </p:cNvSpPr>
          <p:nvPr>
            <p:ph type="title" hasCustomPrompt="1"/>
          </p:nvPr>
        </p:nvSpPr>
        <p:spPr>
          <a:xfrm>
            <a:off x="1248600" y="1528200"/>
            <a:ext cx="6646800" cy="153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1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03" name="Google Shape;103;p11"/>
          <p:cNvSpPr txBox="1">
            <a:spLocks noGrp="1"/>
          </p:cNvSpPr>
          <p:nvPr>
            <p:ph type="subTitle" idx="1"/>
          </p:nvPr>
        </p:nvSpPr>
        <p:spPr>
          <a:xfrm>
            <a:off x="1248450" y="3114175"/>
            <a:ext cx="66468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04" name="Google Shape;104;p1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6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_20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 rot="-514371" flipH="1">
            <a:off x="4546199" y="581678"/>
            <a:ext cx="9471588" cy="6049060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13"/>
          <p:cNvSpPr/>
          <p:nvPr/>
        </p:nvSpPr>
        <p:spPr>
          <a:xfrm rot="10800000">
            <a:off x="6590028" y="-1830528"/>
            <a:ext cx="5766771" cy="3682967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dk2">
              <a:alpha val="1285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13"/>
          <p:cNvSpPr/>
          <p:nvPr/>
        </p:nvSpPr>
        <p:spPr>
          <a:xfrm rot="1051413">
            <a:off x="5372927" y="-597860"/>
            <a:ext cx="8200944" cy="3015698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13"/>
          <p:cNvSpPr/>
          <p:nvPr/>
        </p:nvSpPr>
        <p:spPr>
          <a:xfrm rot="6697654">
            <a:off x="-3373442" y="-4867145"/>
            <a:ext cx="9416338" cy="6013774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13"/>
          <p:cNvSpPr/>
          <p:nvPr/>
        </p:nvSpPr>
        <p:spPr>
          <a:xfrm rot="9986681" flipH="1">
            <a:off x="-4180552" y="1043048"/>
            <a:ext cx="6402109" cy="5689153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13"/>
          <p:cNvSpPr txBox="1">
            <a:spLocks noGrp="1"/>
          </p:cNvSpPr>
          <p:nvPr>
            <p:ph type="title"/>
          </p:nvPr>
        </p:nvSpPr>
        <p:spPr>
          <a:xfrm>
            <a:off x="3394963" y="1596925"/>
            <a:ext cx="3855600" cy="16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14" name="Google Shape;114;p13"/>
          <p:cNvSpPr txBox="1">
            <a:spLocks noGrp="1"/>
          </p:cNvSpPr>
          <p:nvPr>
            <p:ph type="title" idx="2" hasCustomPrompt="1"/>
          </p:nvPr>
        </p:nvSpPr>
        <p:spPr>
          <a:xfrm>
            <a:off x="1893438" y="1677639"/>
            <a:ext cx="1498200" cy="11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7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15" name="Google Shape;115;p13"/>
          <p:cNvSpPr txBox="1">
            <a:spLocks noGrp="1"/>
          </p:cNvSpPr>
          <p:nvPr>
            <p:ph type="subTitle" idx="1"/>
          </p:nvPr>
        </p:nvSpPr>
        <p:spPr>
          <a:xfrm>
            <a:off x="3394963" y="3246489"/>
            <a:ext cx="2752500" cy="7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13"/>
          <p:cNvSpPr/>
          <p:nvPr/>
        </p:nvSpPr>
        <p:spPr>
          <a:xfrm rot="10800000" flipH="1">
            <a:off x="779327" y="3478782"/>
            <a:ext cx="7065492" cy="5396392"/>
          </a:xfrm>
          <a:custGeom>
            <a:avLst/>
            <a:gdLst/>
            <a:ahLst/>
            <a:cxnLst/>
            <a:rect l="l" t="t" r="r" b="b"/>
            <a:pathLst>
              <a:path w="38799" h="29633" extrusionOk="0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4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1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CUSTOM_21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4"/>
          <p:cNvSpPr/>
          <p:nvPr/>
        </p:nvSpPr>
        <p:spPr>
          <a:xfrm rot="-10285629">
            <a:off x="4140874" y="-2015123"/>
            <a:ext cx="9471588" cy="6049060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14"/>
          <p:cNvSpPr/>
          <p:nvPr/>
        </p:nvSpPr>
        <p:spPr>
          <a:xfrm flipH="1">
            <a:off x="6818628" y="2586663"/>
            <a:ext cx="5766771" cy="3682967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dk2">
              <a:alpha val="1285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14"/>
          <p:cNvSpPr/>
          <p:nvPr/>
        </p:nvSpPr>
        <p:spPr>
          <a:xfrm rot="9748587" flipH="1">
            <a:off x="5601527" y="2021265"/>
            <a:ext cx="8200944" cy="3015698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14"/>
          <p:cNvSpPr/>
          <p:nvPr/>
        </p:nvSpPr>
        <p:spPr>
          <a:xfrm rot="4102346" flipH="1">
            <a:off x="-2270967" y="3805847"/>
            <a:ext cx="9416338" cy="6013774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14"/>
          <p:cNvSpPr/>
          <p:nvPr/>
        </p:nvSpPr>
        <p:spPr>
          <a:xfrm rot="813319">
            <a:off x="-3580677" y="-1425723"/>
            <a:ext cx="6402109" cy="5689153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14"/>
          <p:cNvSpPr txBox="1">
            <a:spLocks noGrp="1"/>
          </p:cNvSpPr>
          <p:nvPr>
            <p:ph type="title"/>
          </p:nvPr>
        </p:nvSpPr>
        <p:spPr>
          <a:xfrm>
            <a:off x="1549950" y="1929275"/>
            <a:ext cx="6044100" cy="16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5" name="Google Shape;125;p14"/>
          <p:cNvSpPr txBox="1">
            <a:spLocks noGrp="1"/>
          </p:cNvSpPr>
          <p:nvPr>
            <p:ph type="title" idx="2" hasCustomPrompt="1"/>
          </p:nvPr>
        </p:nvSpPr>
        <p:spPr>
          <a:xfrm>
            <a:off x="3822900" y="845239"/>
            <a:ext cx="1498200" cy="11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7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26" name="Google Shape;126;p14"/>
          <p:cNvSpPr txBox="1">
            <a:spLocks noGrp="1"/>
          </p:cNvSpPr>
          <p:nvPr>
            <p:ph type="subTitle" idx="1"/>
          </p:nvPr>
        </p:nvSpPr>
        <p:spPr>
          <a:xfrm>
            <a:off x="2414570" y="3578849"/>
            <a:ext cx="4314900" cy="7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14"/>
          <p:cNvSpPr/>
          <p:nvPr/>
        </p:nvSpPr>
        <p:spPr>
          <a:xfrm>
            <a:off x="3065327" y="-4200997"/>
            <a:ext cx="7065492" cy="5396392"/>
          </a:xfrm>
          <a:custGeom>
            <a:avLst/>
            <a:gdLst/>
            <a:ahLst/>
            <a:cxnLst/>
            <a:rect l="l" t="t" r="r" b="b"/>
            <a:pathLst>
              <a:path w="38799" h="29633" extrusionOk="0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4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3">
  <p:cSld name="CUSTOM_35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5"/>
          <p:cNvSpPr/>
          <p:nvPr/>
        </p:nvSpPr>
        <p:spPr>
          <a:xfrm rot="-10285629">
            <a:off x="4140874" y="-2015123"/>
            <a:ext cx="9471588" cy="6049060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15"/>
          <p:cNvSpPr/>
          <p:nvPr/>
        </p:nvSpPr>
        <p:spPr>
          <a:xfrm flipH="1">
            <a:off x="6818628" y="2586663"/>
            <a:ext cx="5766771" cy="3682967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dk2">
              <a:alpha val="1285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15"/>
          <p:cNvSpPr/>
          <p:nvPr/>
        </p:nvSpPr>
        <p:spPr>
          <a:xfrm rot="9748587" flipH="1">
            <a:off x="5601527" y="2021265"/>
            <a:ext cx="8200944" cy="3015698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15"/>
          <p:cNvSpPr/>
          <p:nvPr/>
        </p:nvSpPr>
        <p:spPr>
          <a:xfrm rot="4102346" flipH="1">
            <a:off x="-2270967" y="3805847"/>
            <a:ext cx="9416338" cy="6013774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15"/>
          <p:cNvSpPr/>
          <p:nvPr/>
        </p:nvSpPr>
        <p:spPr>
          <a:xfrm rot="813319">
            <a:off x="-3580677" y="-1425723"/>
            <a:ext cx="6402109" cy="5689153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15"/>
          <p:cNvSpPr txBox="1">
            <a:spLocks noGrp="1"/>
          </p:cNvSpPr>
          <p:nvPr>
            <p:ph type="title"/>
          </p:nvPr>
        </p:nvSpPr>
        <p:spPr>
          <a:xfrm>
            <a:off x="1309450" y="2081675"/>
            <a:ext cx="6746400" cy="16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6" name="Google Shape;136;p15"/>
          <p:cNvSpPr txBox="1">
            <a:spLocks noGrp="1"/>
          </p:cNvSpPr>
          <p:nvPr>
            <p:ph type="title" idx="2" hasCustomPrompt="1"/>
          </p:nvPr>
        </p:nvSpPr>
        <p:spPr>
          <a:xfrm>
            <a:off x="6066050" y="691889"/>
            <a:ext cx="1498200" cy="11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7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37" name="Google Shape;137;p15"/>
          <p:cNvSpPr txBox="1">
            <a:spLocks noGrp="1"/>
          </p:cNvSpPr>
          <p:nvPr>
            <p:ph type="subTitle" idx="1"/>
          </p:nvPr>
        </p:nvSpPr>
        <p:spPr>
          <a:xfrm>
            <a:off x="1309450" y="3731250"/>
            <a:ext cx="6746400" cy="7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15"/>
          <p:cNvSpPr/>
          <p:nvPr/>
        </p:nvSpPr>
        <p:spPr>
          <a:xfrm>
            <a:off x="3065327" y="-4200997"/>
            <a:ext cx="7065492" cy="5396392"/>
          </a:xfrm>
          <a:custGeom>
            <a:avLst/>
            <a:gdLst/>
            <a:ahLst/>
            <a:cxnLst/>
            <a:rect l="l" t="t" r="r" b="b"/>
            <a:pathLst>
              <a:path w="38799" h="29633" extrusionOk="0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4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1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6"/>
          <p:cNvSpPr/>
          <p:nvPr/>
        </p:nvSpPr>
        <p:spPr>
          <a:xfrm rot="9339447" flipH="1">
            <a:off x="-5157706" y="2195120"/>
            <a:ext cx="7471555" cy="4771732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6"/>
          <p:cNvSpPr/>
          <p:nvPr/>
        </p:nvSpPr>
        <p:spPr>
          <a:xfrm>
            <a:off x="1118566" y="1549193"/>
            <a:ext cx="1350837" cy="973145"/>
          </a:xfrm>
          <a:custGeom>
            <a:avLst/>
            <a:gdLst/>
            <a:ahLst/>
            <a:cxnLst/>
            <a:rect l="l" t="t" r="r" b="b"/>
            <a:pathLst>
              <a:path w="18827" h="13563" extrusionOk="0">
                <a:moveTo>
                  <a:pt x="7161" y="0"/>
                </a:moveTo>
                <a:cubicBezTo>
                  <a:pt x="6367" y="0"/>
                  <a:pt x="5745" y="97"/>
                  <a:pt x="5462" y="302"/>
                </a:cubicBezTo>
                <a:cubicBezTo>
                  <a:pt x="5439" y="302"/>
                  <a:pt x="5416" y="302"/>
                  <a:pt x="5393" y="302"/>
                </a:cubicBezTo>
                <a:cubicBezTo>
                  <a:pt x="1116" y="302"/>
                  <a:pt x="1" y="5785"/>
                  <a:pt x="370" y="9035"/>
                </a:cubicBezTo>
                <a:cubicBezTo>
                  <a:pt x="734" y="12239"/>
                  <a:pt x="5348" y="13486"/>
                  <a:pt x="7931" y="13560"/>
                </a:cubicBezTo>
                <a:cubicBezTo>
                  <a:pt x="7975" y="13562"/>
                  <a:pt x="8020" y="13562"/>
                  <a:pt x="8064" y="13562"/>
                </a:cubicBezTo>
                <a:cubicBezTo>
                  <a:pt x="13120" y="13562"/>
                  <a:pt x="18826" y="5169"/>
                  <a:pt x="13911" y="1714"/>
                </a:cubicBezTo>
                <a:cubicBezTo>
                  <a:pt x="12377" y="637"/>
                  <a:pt x="9200" y="0"/>
                  <a:pt x="7161" y="0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16"/>
          <p:cNvSpPr/>
          <p:nvPr/>
        </p:nvSpPr>
        <p:spPr>
          <a:xfrm flipH="1">
            <a:off x="4816263" y="1549200"/>
            <a:ext cx="1350837" cy="973145"/>
          </a:xfrm>
          <a:custGeom>
            <a:avLst/>
            <a:gdLst/>
            <a:ahLst/>
            <a:cxnLst/>
            <a:rect l="l" t="t" r="r" b="b"/>
            <a:pathLst>
              <a:path w="18827" h="13563" extrusionOk="0">
                <a:moveTo>
                  <a:pt x="7161" y="0"/>
                </a:moveTo>
                <a:cubicBezTo>
                  <a:pt x="6367" y="0"/>
                  <a:pt x="5745" y="97"/>
                  <a:pt x="5462" y="302"/>
                </a:cubicBezTo>
                <a:cubicBezTo>
                  <a:pt x="5439" y="302"/>
                  <a:pt x="5416" y="302"/>
                  <a:pt x="5393" y="302"/>
                </a:cubicBezTo>
                <a:cubicBezTo>
                  <a:pt x="1116" y="302"/>
                  <a:pt x="1" y="5785"/>
                  <a:pt x="370" y="9035"/>
                </a:cubicBezTo>
                <a:cubicBezTo>
                  <a:pt x="734" y="12239"/>
                  <a:pt x="5348" y="13486"/>
                  <a:pt x="7931" y="13560"/>
                </a:cubicBezTo>
                <a:cubicBezTo>
                  <a:pt x="7975" y="13562"/>
                  <a:pt x="8020" y="13562"/>
                  <a:pt x="8064" y="13562"/>
                </a:cubicBezTo>
                <a:cubicBezTo>
                  <a:pt x="13120" y="13562"/>
                  <a:pt x="18826" y="5169"/>
                  <a:pt x="13911" y="1714"/>
                </a:cubicBezTo>
                <a:cubicBezTo>
                  <a:pt x="12377" y="637"/>
                  <a:pt x="9200" y="0"/>
                  <a:pt x="7161" y="0"/>
                </a:cubicBezTo>
                <a:close/>
              </a:path>
            </a:pathLst>
          </a:custGeom>
          <a:solidFill>
            <a:schemeClr val="dk2">
              <a:alpha val="1285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16"/>
          <p:cNvSpPr/>
          <p:nvPr/>
        </p:nvSpPr>
        <p:spPr>
          <a:xfrm flipH="1">
            <a:off x="6912085" y="1489537"/>
            <a:ext cx="1162249" cy="1032817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rgbClr val="AC9078">
              <a:alpha val="72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16"/>
          <p:cNvSpPr/>
          <p:nvPr/>
        </p:nvSpPr>
        <p:spPr>
          <a:xfrm>
            <a:off x="3050700" y="1519363"/>
            <a:ext cx="1095097" cy="973144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accent3">
              <a:alpha val="258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16"/>
          <p:cNvSpPr/>
          <p:nvPr/>
        </p:nvSpPr>
        <p:spPr>
          <a:xfrm rot="-10285603">
            <a:off x="7150321" y="-2266383"/>
            <a:ext cx="7471761" cy="4771864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6"/>
          <p:cNvSpPr/>
          <p:nvPr/>
        </p:nvSpPr>
        <p:spPr>
          <a:xfrm rot="649785">
            <a:off x="6848027" y="-244025"/>
            <a:ext cx="4558897" cy="1365861"/>
          </a:xfrm>
          <a:custGeom>
            <a:avLst/>
            <a:gdLst/>
            <a:ahLst/>
            <a:cxnLst/>
            <a:rect l="l" t="t" r="r" b="b"/>
            <a:pathLst>
              <a:path w="49165" h="14730" extrusionOk="0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rgbClr val="AC9078">
              <a:alpha val="128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6"/>
          <p:cNvSpPr/>
          <p:nvPr/>
        </p:nvSpPr>
        <p:spPr>
          <a:xfrm rot="813319">
            <a:off x="-4299402" y="-4717523"/>
            <a:ext cx="6402109" cy="5689153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16"/>
          <p:cNvSpPr/>
          <p:nvPr/>
        </p:nvSpPr>
        <p:spPr>
          <a:xfrm rot="9089871">
            <a:off x="7049951" y="1893780"/>
            <a:ext cx="7826200" cy="2877895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16"/>
          <p:cNvSpPr/>
          <p:nvPr/>
        </p:nvSpPr>
        <p:spPr>
          <a:xfrm rot="-576017">
            <a:off x="-4825529" y="-672274"/>
            <a:ext cx="7826074" cy="2877848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16"/>
          <p:cNvSpPr txBox="1">
            <a:spLocks noGrp="1"/>
          </p:cNvSpPr>
          <p:nvPr>
            <p:ph type="title"/>
          </p:nvPr>
        </p:nvSpPr>
        <p:spPr>
          <a:xfrm>
            <a:off x="732775" y="2632300"/>
            <a:ext cx="1836000" cy="83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52" name="Google Shape;152;p16"/>
          <p:cNvSpPr txBox="1">
            <a:spLocks noGrp="1"/>
          </p:cNvSpPr>
          <p:nvPr>
            <p:ph type="subTitle" idx="1"/>
          </p:nvPr>
        </p:nvSpPr>
        <p:spPr>
          <a:xfrm>
            <a:off x="732787" y="3511716"/>
            <a:ext cx="1836000" cy="83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16"/>
          <p:cNvSpPr txBox="1">
            <a:spLocks noGrp="1"/>
          </p:cNvSpPr>
          <p:nvPr>
            <p:ph type="title" idx="2" hasCustomPrompt="1"/>
          </p:nvPr>
        </p:nvSpPr>
        <p:spPr>
          <a:xfrm>
            <a:off x="732776" y="1811839"/>
            <a:ext cx="18360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54" name="Google Shape;154;p16"/>
          <p:cNvSpPr txBox="1">
            <a:spLocks noGrp="1"/>
          </p:cNvSpPr>
          <p:nvPr>
            <p:ph type="title" idx="3"/>
          </p:nvPr>
        </p:nvSpPr>
        <p:spPr>
          <a:xfrm>
            <a:off x="2680250" y="2632300"/>
            <a:ext cx="1836000" cy="83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55" name="Google Shape;155;p16"/>
          <p:cNvSpPr txBox="1">
            <a:spLocks noGrp="1"/>
          </p:cNvSpPr>
          <p:nvPr>
            <p:ph type="subTitle" idx="4"/>
          </p:nvPr>
        </p:nvSpPr>
        <p:spPr>
          <a:xfrm>
            <a:off x="2680262" y="3511716"/>
            <a:ext cx="1836000" cy="83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16"/>
          <p:cNvSpPr txBox="1">
            <a:spLocks noGrp="1"/>
          </p:cNvSpPr>
          <p:nvPr>
            <p:ph type="title" idx="5"/>
          </p:nvPr>
        </p:nvSpPr>
        <p:spPr>
          <a:xfrm>
            <a:off x="4627725" y="2632300"/>
            <a:ext cx="1836000" cy="83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57" name="Google Shape;157;p16"/>
          <p:cNvSpPr txBox="1">
            <a:spLocks noGrp="1"/>
          </p:cNvSpPr>
          <p:nvPr>
            <p:ph type="subTitle" idx="6"/>
          </p:nvPr>
        </p:nvSpPr>
        <p:spPr>
          <a:xfrm>
            <a:off x="4627737" y="3511716"/>
            <a:ext cx="1836000" cy="83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16"/>
          <p:cNvSpPr txBox="1">
            <a:spLocks noGrp="1"/>
          </p:cNvSpPr>
          <p:nvPr>
            <p:ph type="title" idx="7"/>
          </p:nvPr>
        </p:nvSpPr>
        <p:spPr>
          <a:xfrm>
            <a:off x="6575200" y="2632300"/>
            <a:ext cx="1836000" cy="83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59" name="Google Shape;159;p16"/>
          <p:cNvSpPr txBox="1">
            <a:spLocks noGrp="1"/>
          </p:cNvSpPr>
          <p:nvPr>
            <p:ph type="subTitle" idx="8"/>
          </p:nvPr>
        </p:nvSpPr>
        <p:spPr>
          <a:xfrm>
            <a:off x="6575212" y="3511716"/>
            <a:ext cx="1836000" cy="83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16"/>
          <p:cNvSpPr txBox="1">
            <a:spLocks noGrp="1"/>
          </p:cNvSpPr>
          <p:nvPr>
            <p:ph type="title" idx="9" hasCustomPrompt="1"/>
          </p:nvPr>
        </p:nvSpPr>
        <p:spPr>
          <a:xfrm>
            <a:off x="2680246" y="1811839"/>
            <a:ext cx="18360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1" name="Google Shape;161;p16"/>
          <p:cNvSpPr txBox="1">
            <a:spLocks noGrp="1"/>
          </p:cNvSpPr>
          <p:nvPr>
            <p:ph type="title" idx="13" hasCustomPrompt="1"/>
          </p:nvPr>
        </p:nvSpPr>
        <p:spPr>
          <a:xfrm>
            <a:off x="4627721" y="1811839"/>
            <a:ext cx="18360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2" name="Google Shape;162;p16"/>
          <p:cNvSpPr txBox="1">
            <a:spLocks noGrp="1"/>
          </p:cNvSpPr>
          <p:nvPr>
            <p:ph type="title" idx="14" hasCustomPrompt="1"/>
          </p:nvPr>
        </p:nvSpPr>
        <p:spPr>
          <a:xfrm>
            <a:off x="6575196" y="1811839"/>
            <a:ext cx="18360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3" name="Google Shape;163;p16"/>
          <p:cNvSpPr txBox="1">
            <a:spLocks noGrp="1"/>
          </p:cNvSpPr>
          <p:nvPr>
            <p:ph type="title" idx="15"/>
          </p:nvPr>
        </p:nvSpPr>
        <p:spPr>
          <a:xfrm flipH="1">
            <a:off x="719925" y="437700"/>
            <a:ext cx="7704000" cy="65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1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1">
  <p:cSld name="CUSTOM_17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7"/>
          <p:cNvSpPr/>
          <p:nvPr/>
        </p:nvSpPr>
        <p:spPr>
          <a:xfrm rot="-9339447">
            <a:off x="7118442" y="3216520"/>
            <a:ext cx="7471555" cy="4771732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17"/>
          <p:cNvSpPr/>
          <p:nvPr/>
        </p:nvSpPr>
        <p:spPr>
          <a:xfrm rot="10285603" flipH="1">
            <a:off x="-6088365" y="-1617883"/>
            <a:ext cx="7471761" cy="4771864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17"/>
          <p:cNvSpPr/>
          <p:nvPr/>
        </p:nvSpPr>
        <p:spPr>
          <a:xfrm rot="-649785" flipH="1">
            <a:off x="-1251909" y="-487200"/>
            <a:ext cx="4558897" cy="1365861"/>
          </a:xfrm>
          <a:custGeom>
            <a:avLst/>
            <a:gdLst/>
            <a:ahLst/>
            <a:cxnLst/>
            <a:rect l="l" t="t" r="r" b="b"/>
            <a:pathLst>
              <a:path w="49165" h="14730" extrusionOk="0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rgbClr val="AC9078">
              <a:alpha val="128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17"/>
          <p:cNvSpPr/>
          <p:nvPr/>
        </p:nvSpPr>
        <p:spPr>
          <a:xfrm rot="-813319" flipH="1">
            <a:off x="7653159" y="-3566398"/>
            <a:ext cx="6402109" cy="5689153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17"/>
          <p:cNvSpPr/>
          <p:nvPr/>
        </p:nvSpPr>
        <p:spPr>
          <a:xfrm rot="-9989847" flipH="1">
            <a:off x="-4910832" y="2960605"/>
            <a:ext cx="7826215" cy="2877900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17"/>
          <p:cNvSpPr/>
          <p:nvPr/>
        </p:nvSpPr>
        <p:spPr>
          <a:xfrm rot="-323977" flipH="1">
            <a:off x="6050295" y="-977077"/>
            <a:ext cx="7826148" cy="2877876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17"/>
          <p:cNvSpPr txBox="1">
            <a:spLocks noGrp="1"/>
          </p:cNvSpPr>
          <p:nvPr>
            <p:ph type="title"/>
          </p:nvPr>
        </p:nvSpPr>
        <p:spPr>
          <a:xfrm>
            <a:off x="1987675" y="1412700"/>
            <a:ext cx="2430000" cy="83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73" name="Google Shape;173;p17"/>
          <p:cNvSpPr txBox="1">
            <a:spLocks noGrp="1"/>
          </p:cNvSpPr>
          <p:nvPr>
            <p:ph type="subTitle" idx="1"/>
          </p:nvPr>
        </p:nvSpPr>
        <p:spPr>
          <a:xfrm>
            <a:off x="1987700" y="2292125"/>
            <a:ext cx="2430000" cy="61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17"/>
          <p:cNvSpPr txBox="1">
            <a:spLocks noGrp="1"/>
          </p:cNvSpPr>
          <p:nvPr>
            <p:ph type="title" idx="2" hasCustomPrompt="1"/>
          </p:nvPr>
        </p:nvSpPr>
        <p:spPr>
          <a:xfrm>
            <a:off x="845800" y="1888050"/>
            <a:ext cx="812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5" name="Google Shape;175;p17"/>
          <p:cNvSpPr txBox="1">
            <a:spLocks noGrp="1"/>
          </p:cNvSpPr>
          <p:nvPr>
            <p:ph type="title" idx="3"/>
          </p:nvPr>
        </p:nvSpPr>
        <p:spPr>
          <a:xfrm>
            <a:off x="1928100" y="3162748"/>
            <a:ext cx="2430000" cy="83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76" name="Google Shape;176;p17"/>
          <p:cNvSpPr txBox="1">
            <a:spLocks noGrp="1"/>
          </p:cNvSpPr>
          <p:nvPr>
            <p:ph type="subTitle" idx="4"/>
          </p:nvPr>
        </p:nvSpPr>
        <p:spPr>
          <a:xfrm>
            <a:off x="1928125" y="4042172"/>
            <a:ext cx="2430000" cy="61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17"/>
          <p:cNvSpPr txBox="1">
            <a:spLocks noGrp="1"/>
          </p:cNvSpPr>
          <p:nvPr>
            <p:ph type="title" idx="5"/>
          </p:nvPr>
        </p:nvSpPr>
        <p:spPr>
          <a:xfrm>
            <a:off x="6000750" y="1412688"/>
            <a:ext cx="2430000" cy="83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78" name="Google Shape;178;p17"/>
          <p:cNvSpPr txBox="1">
            <a:spLocks noGrp="1"/>
          </p:cNvSpPr>
          <p:nvPr>
            <p:ph type="subTitle" idx="6"/>
          </p:nvPr>
        </p:nvSpPr>
        <p:spPr>
          <a:xfrm>
            <a:off x="6000775" y="2292102"/>
            <a:ext cx="2430000" cy="61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17"/>
          <p:cNvSpPr txBox="1">
            <a:spLocks noGrp="1"/>
          </p:cNvSpPr>
          <p:nvPr>
            <p:ph type="title" idx="7"/>
          </p:nvPr>
        </p:nvSpPr>
        <p:spPr>
          <a:xfrm>
            <a:off x="5981196" y="3162738"/>
            <a:ext cx="2430000" cy="83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80" name="Google Shape;180;p17"/>
          <p:cNvSpPr txBox="1">
            <a:spLocks noGrp="1"/>
          </p:cNvSpPr>
          <p:nvPr>
            <p:ph type="subTitle" idx="8"/>
          </p:nvPr>
        </p:nvSpPr>
        <p:spPr>
          <a:xfrm>
            <a:off x="5981200" y="4042161"/>
            <a:ext cx="2430000" cy="61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17"/>
          <p:cNvSpPr txBox="1">
            <a:spLocks noGrp="1"/>
          </p:cNvSpPr>
          <p:nvPr>
            <p:ph type="title" idx="9" hasCustomPrompt="1"/>
          </p:nvPr>
        </p:nvSpPr>
        <p:spPr>
          <a:xfrm>
            <a:off x="845798" y="3644250"/>
            <a:ext cx="812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2" name="Google Shape;182;p17"/>
          <p:cNvSpPr txBox="1">
            <a:spLocks noGrp="1"/>
          </p:cNvSpPr>
          <p:nvPr>
            <p:ph type="title" idx="13" hasCustomPrompt="1"/>
          </p:nvPr>
        </p:nvSpPr>
        <p:spPr>
          <a:xfrm>
            <a:off x="4895098" y="1888050"/>
            <a:ext cx="812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3" name="Google Shape;183;p17"/>
          <p:cNvSpPr txBox="1">
            <a:spLocks noGrp="1"/>
          </p:cNvSpPr>
          <p:nvPr>
            <p:ph type="title" idx="14" hasCustomPrompt="1"/>
          </p:nvPr>
        </p:nvSpPr>
        <p:spPr>
          <a:xfrm>
            <a:off x="4895098" y="3644250"/>
            <a:ext cx="812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4" name="Google Shape;184;p17"/>
          <p:cNvSpPr txBox="1">
            <a:spLocks noGrp="1"/>
          </p:cNvSpPr>
          <p:nvPr>
            <p:ph type="title" idx="15"/>
          </p:nvPr>
        </p:nvSpPr>
        <p:spPr>
          <a:xfrm flipH="1">
            <a:off x="719925" y="437700"/>
            <a:ext cx="7704000" cy="65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85" name="Google Shape;185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8"/>
          <p:cNvSpPr txBox="1">
            <a:spLocks noGrp="1"/>
          </p:cNvSpPr>
          <p:nvPr>
            <p:ph type="title"/>
          </p:nvPr>
        </p:nvSpPr>
        <p:spPr>
          <a:xfrm>
            <a:off x="723300" y="3402013"/>
            <a:ext cx="3848700" cy="53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88" name="Google Shape;188;p18"/>
          <p:cNvSpPr txBox="1">
            <a:spLocks noGrp="1"/>
          </p:cNvSpPr>
          <p:nvPr>
            <p:ph type="subTitle" idx="1"/>
          </p:nvPr>
        </p:nvSpPr>
        <p:spPr>
          <a:xfrm>
            <a:off x="723350" y="822500"/>
            <a:ext cx="4902000" cy="207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89" name="Google Shape;189;p1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1">
  <p:cSld name="CUSTOM_32"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9"/>
          <p:cNvSpPr/>
          <p:nvPr/>
        </p:nvSpPr>
        <p:spPr>
          <a:xfrm rot="-7269862" flipH="1">
            <a:off x="1986429" y="-4605738"/>
            <a:ext cx="7471639" cy="4771786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19"/>
          <p:cNvSpPr/>
          <p:nvPr/>
        </p:nvSpPr>
        <p:spPr>
          <a:xfrm rot="-10558870">
            <a:off x="5522782" y="-185325"/>
            <a:ext cx="6402110" cy="5689154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66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19"/>
          <p:cNvSpPr/>
          <p:nvPr/>
        </p:nvSpPr>
        <p:spPr>
          <a:xfrm rot="6189239">
            <a:off x="4325710" y="1085979"/>
            <a:ext cx="7825966" cy="2877809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19"/>
          <p:cNvSpPr/>
          <p:nvPr/>
        </p:nvSpPr>
        <p:spPr>
          <a:xfrm rot="514371">
            <a:off x="-5180633" y="-979678"/>
            <a:ext cx="9471588" cy="6049060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19"/>
          <p:cNvSpPr/>
          <p:nvPr/>
        </p:nvSpPr>
        <p:spPr>
          <a:xfrm rot="2141143">
            <a:off x="-1290068" y="-2916503"/>
            <a:ext cx="5766686" cy="3682912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dk2">
              <a:alpha val="1285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19"/>
          <p:cNvSpPr/>
          <p:nvPr/>
        </p:nvSpPr>
        <p:spPr>
          <a:xfrm rot="10800000">
            <a:off x="-126965" y="3402013"/>
            <a:ext cx="7065492" cy="5396392"/>
          </a:xfrm>
          <a:custGeom>
            <a:avLst/>
            <a:gdLst/>
            <a:ahLst/>
            <a:cxnLst/>
            <a:rect l="l" t="t" r="r" b="b"/>
            <a:pathLst>
              <a:path w="38799" h="29633" extrusionOk="0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4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19"/>
          <p:cNvSpPr/>
          <p:nvPr/>
        </p:nvSpPr>
        <p:spPr>
          <a:xfrm rot="-7948588">
            <a:off x="-5205140" y="1519073"/>
            <a:ext cx="8200910" cy="3015686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19"/>
          <p:cNvSpPr txBox="1">
            <a:spLocks noGrp="1"/>
          </p:cNvSpPr>
          <p:nvPr>
            <p:ph type="title"/>
          </p:nvPr>
        </p:nvSpPr>
        <p:spPr>
          <a:xfrm>
            <a:off x="2064826" y="3261285"/>
            <a:ext cx="5014500" cy="53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99" name="Google Shape;199;p19"/>
          <p:cNvSpPr txBox="1">
            <a:spLocks noGrp="1"/>
          </p:cNvSpPr>
          <p:nvPr>
            <p:ph type="subTitle" idx="1"/>
          </p:nvPr>
        </p:nvSpPr>
        <p:spPr>
          <a:xfrm>
            <a:off x="1378650" y="1348062"/>
            <a:ext cx="6386700" cy="141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200" name="Google Shape;200;p1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6"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0"/>
          <p:cNvSpPr/>
          <p:nvPr/>
        </p:nvSpPr>
        <p:spPr>
          <a:xfrm rot="-3394465">
            <a:off x="-2929870" y="3433218"/>
            <a:ext cx="8703343" cy="5558223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20"/>
          <p:cNvSpPr/>
          <p:nvPr/>
        </p:nvSpPr>
        <p:spPr>
          <a:xfrm flipH="1">
            <a:off x="-4081962" y="-1243497"/>
            <a:ext cx="7065492" cy="5396392"/>
          </a:xfrm>
          <a:custGeom>
            <a:avLst/>
            <a:gdLst/>
            <a:ahLst/>
            <a:cxnLst/>
            <a:rect l="l" t="t" r="r" b="b"/>
            <a:pathLst>
              <a:path w="38799" h="29633" extrusionOk="0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8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20"/>
          <p:cNvSpPr/>
          <p:nvPr/>
        </p:nvSpPr>
        <p:spPr>
          <a:xfrm rot="-3952094" flipH="1">
            <a:off x="-3954406" y="-32116"/>
            <a:ext cx="7826127" cy="2877868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20"/>
          <p:cNvSpPr/>
          <p:nvPr/>
        </p:nvSpPr>
        <p:spPr>
          <a:xfrm rot="649760">
            <a:off x="-3199069" y="-713258"/>
            <a:ext cx="4974484" cy="1490372"/>
          </a:xfrm>
          <a:custGeom>
            <a:avLst/>
            <a:gdLst/>
            <a:ahLst/>
            <a:cxnLst/>
            <a:rect l="l" t="t" r="r" b="b"/>
            <a:pathLst>
              <a:path w="49165" h="14730" extrusionOk="0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3">
              <a:alpha val="3464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20"/>
          <p:cNvSpPr/>
          <p:nvPr/>
        </p:nvSpPr>
        <p:spPr>
          <a:xfrm rot="-813319" flipH="1">
            <a:off x="4926200" y="-3074323"/>
            <a:ext cx="6402109" cy="5689153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20"/>
          <p:cNvSpPr/>
          <p:nvPr/>
        </p:nvSpPr>
        <p:spPr>
          <a:xfrm rot="10285603" flipH="1">
            <a:off x="6080701" y="3752842"/>
            <a:ext cx="7471761" cy="4771864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20"/>
          <p:cNvSpPr/>
          <p:nvPr/>
        </p:nvSpPr>
        <p:spPr>
          <a:xfrm rot="7426355" flipH="1">
            <a:off x="6582052" y="1132830"/>
            <a:ext cx="7826046" cy="2877838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20"/>
          <p:cNvSpPr txBox="1">
            <a:spLocks noGrp="1"/>
          </p:cNvSpPr>
          <p:nvPr>
            <p:ph type="title"/>
          </p:nvPr>
        </p:nvSpPr>
        <p:spPr>
          <a:xfrm flipH="1">
            <a:off x="719925" y="437700"/>
            <a:ext cx="7704000" cy="65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p2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26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1"/>
          <p:cNvSpPr/>
          <p:nvPr/>
        </p:nvSpPr>
        <p:spPr>
          <a:xfrm rot="-3394465">
            <a:off x="-3638445" y="4611893"/>
            <a:ext cx="8703343" cy="5558223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21"/>
          <p:cNvSpPr/>
          <p:nvPr/>
        </p:nvSpPr>
        <p:spPr>
          <a:xfrm flipH="1">
            <a:off x="-5015862" y="-405297"/>
            <a:ext cx="7065492" cy="5396392"/>
          </a:xfrm>
          <a:custGeom>
            <a:avLst/>
            <a:gdLst/>
            <a:ahLst/>
            <a:cxnLst/>
            <a:rect l="l" t="t" r="r" b="b"/>
            <a:pathLst>
              <a:path w="38799" h="29633" extrusionOk="0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8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21"/>
          <p:cNvSpPr/>
          <p:nvPr/>
        </p:nvSpPr>
        <p:spPr>
          <a:xfrm rot="-3052073" flipH="1">
            <a:off x="-4888312" y="1110880"/>
            <a:ext cx="7826119" cy="2877865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21"/>
          <p:cNvSpPr/>
          <p:nvPr/>
        </p:nvSpPr>
        <p:spPr>
          <a:xfrm rot="649760">
            <a:off x="-4262669" y="1892117"/>
            <a:ext cx="4974484" cy="1490372"/>
          </a:xfrm>
          <a:custGeom>
            <a:avLst/>
            <a:gdLst/>
            <a:ahLst/>
            <a:cxnLst/>
            <a:rect l="l" t="t" r="r" b="b"/>
            <a:pathLst>
              <a:path w="49165" h="14730" extrusionOk="0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3">
              <a:alpha val="3464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21"/>
          <p:cNvSpPr/>
          <p:nvPr/>
        </p:nvSpPr>
        <p:spPr>
          <a:xfrm rot="-813319" flipH="1">
            <a:off x="4754300" y="-2305086"/>
            <a:ext cx="6402109" cy="5689153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21"/>
          <p:cNvSpPr/>
          <p:nvPr/>
        </p:nvSpPr>
        <p:spPr>
          <a:xfrm rot="10285603" flipH="1">
            <a:off x="4790126" y="3666917"/>
            <a:ext cx="7471761" cy="4771864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21"/>
          <p:cNvSpPr/>
          <p:nvPr/>
        </p:nvSpPr>
        <p:spPr>
          <a:xfrm rot="4726292" flipH="1">
            <a:off x="5414633" y="2626082"/>
            <a:ext cx="7826019" cy="2877828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21"/>
          <p:cNvSpPr txBox="1">
            <a:spLocks noGrp="1"/>
          </p:cNvSpPr>
          <p:nvPr>
            <p:ph type="title"/>
          </p:nvPr>
        </p:nvSpPr>
        <p:spPr>
          <a:xfrm flipH="1">
            <a:off x="719925" y="437700"/>
            <a:ext cx="7704000" cy="65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20" name="Google Shape;220;p2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33"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2"/>
          <p:cNvSpPr txBox="1">
            <a:spLocks noGrp="1"/>
          </p:cNvSpPr>
          <p:nvPr>
            <p:ph type="title"/>
          </p:nvPr>
        </p:nvSpPr>
        <p:spPr>
          <a:xfrm flipH="1">
            <a:off x="719925" y="437700"/>
            <a:ext cx="7704000" cy="65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23" name="Google Shape;223;p2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15"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3"/>
          <p:cNvSpPr/>
          <p:nvPr/>
        </p:nvSpPr>
        <p:spPr>
          <a:xfrm rot="-10285629">
            <a:off x="5828449" y="-2657773"/>
            <a:ext cx="9471588" cy="6049060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23"/>
          <p:cNvSpPr/>
          <p:nvPr/>
        </p:nvSpPr>
        <p:spPr>
          <a:xfrm flipH="1">
            <a:off x="7942003" y="1004988"/>
            <a:ext cx="5766771" cy="3682967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dk2">
              <a:alpha val="1285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23"/>
          <p:cNvSpPr/>
          <p:nvPr/>
        </p:nvSpPr>
        <p:spPr>
          <a:xfrm rot="2839443">
            <a:off x="-308418" y="2442034"/>
            <a:ext cx="6402141" cy="5689181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23"/>
          <p:cNvSpPr/>
          <p:nvPr/>
        </p:nvSpPr>
        <p:spPr>
          <a:xfrm rot="9405665">
            <a:off x="-4305365" y="1281181"/>
            <a:ext cx="7310152" cy="6849835"/>
          </a:xfrm>
          <a:custGeom>
            <a:avLst/>
            <a:gdLst/>
            <a:ahLst/>
            <a:cxnLst/>
            <a:rect l="l" t="t" r="r" b="b"/>
            <a:pathLst>
              <a:path w="93299" h="87424" extrusionOk="0">
                <a:moveTo>
                  <a:pt x="34162" y="1"/>
                </a:moveTo>
                <a:cubicBezTo>
                  <a:pt x="24245" y="1"/>
                  <a:pt x="25039" y="12520"/>
                  <a:pt x="13717" y="17147"/>
                </a:cubicBezTo>
                <a:cubicBezTo>
                  <a:pt x="1" y="22753"/>
                  <a:pt x="25599" y="33483"/>
                  <a:pt x="18923" y="50349"/>
                </a:cubicBezTo>
                <a:cubicBezTo>
                  <a:pt x="13077" y="65115"/>
                  <a:pt x="23069" y="87424"/>
                  <a:pt x="32143" y="87424"/>
                </a:cubicBezTo>
                <a:cubicBezTo>
                  <a:pt x="33432" y="87424"/>
                  <a:pt x="34703" y="86974"/>
                  <a:pt x="35906" y="85988"/>
                </a:cubicBezTo>
                <a:cubicBezTo>
                  <a:pt x="38841" y="83585"/>
                  <a:pt x="41192" y="82952"/>
                  <a:pt x="43240" y="82952"/>
                </a:cubicBezTo>
                <a:cubicBezTo>
                  <a:pt x="45526" y="82952"/>
                  <a:pt x="47435" y="83741"/>
                  <a:pt x="49356" y="83741"/>
                </a:cubicBezTo>
                <a:cubicBezTo>
                  <a:pt x="51391" y="83741"/>
                  <a:pt x="53441" y="82856"/>
                  <a:pt x="55968" y="79208"/>
                </a:cubicBezTo>
                <a:cubicBezTo>
                  <a:pt x="79663" y="45004"/>
                  <a:pt x="87416" y="44135"/>
                  <a:pt x="87416" y="44135"/>
                </a:cubicBezTo>
                <a:cubicBezTo>
                  <a:pt x="93298" y="21497"/>
                  <a:pt x="60858" y="9397"/>
                  <a:pt x="42111" y="1875"/>
                </a:cubicBezTo>
                <a:cubicBezTo>
                  <a:pt x="38838" y="561"/>
                  <a:pt x="36260" y="1"/>
                  <a:pt x="34162" y="1"/>
                </a:cubicBezTo>
                <a:close/>
              </a:path>
            </a:pathLst>
          </a:custGeom>
          <a:solidFill>
            <a:schemeClr val="accent3">
              <a:alpha val="3352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23"/>
          <p:cNvSpPr/>
          <p:nvPr/>
        </p:nvSpPr>
        <p:spPr>
          <a:xfrm rot="-1478505">
            <a:off x="-2334601" y="-1000036"/>
            <a:ext cx="7826136" cy="2877871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23"/>
          <p:cNvSpPr/>
          <p:nvPr/>
        </p:nvSpPr>
        <p:spPr>
          <a:xfrm rot="9555841" flipH="1">
            <a:off x="7023452" y="1808506"/>
            <a:ext cx="8200942" cy="3015697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23"/>
          <p:cNvSpPr txBox="1">
            <a:spLocks noGrp="1"/>
          </p:cNvSpPr>
          <p:nvPr>
            <p:ph type="title"/>
          </p:nvPr>
        </p:nvSpPr>
        <p:spPr>
          <a:xfrm>
            <a:off x="897750" y="951837"/>
            <a:ext cx="7348500" cy="1532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32" name="Google Shape;232;p23"/>
          <p:cNvSpPr txBox="1">
            <a:spLocks noGrp="1"/>
          </p:cNvSpPr>
          <p:nvPr>
            <p:ph type="subTitle" idx="1"/>
          </p:nvPr>
        </p:nvSpPr>
        <p:spPr>
          <a:xfrm>
            <a:off x="1732950" y="2483763"/>
            <a:ext cx="5678100" cy="170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33" name="Google Shape;233;p2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13"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4"/>
          <p:cNvSpPr/>
          <p:nvPr/>
        </p:nvSpPr>
        <p:spPr>
          <a:xfrm rot="4102360" flipH="1">
            <a:off x="-2758583" y="4129685"/>
            <a:ext cx="7471578" cy="4771747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24"/>
          <p:cNvSpPr/>
          <p:nvPr/>
        </p:nvSpPr>
        <p:spPr>
          <a:xfrm rot="813319">
            <a:off x="-4313552" y="-1737023"/>
            <a:ext cx="6402109" cy="5689153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24"/>
          <p:cNvSpPr txBox="1">
            <a:spLocks noGrp="1"/>
          </p:cNvSpPr>
          <p:nvPr>
            <p:ph type="subTitle" idx="1"/>
          </p:nvPr>
        </p:nvSpPr>
        <p:spPr>
          <a:xfrm>
            <a:off x="723300" y="3021075"/>
            <a:ext cx="3394200" cy="113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38" name="Google Shape;238;p24"/>
          <p:cNvSpPr txBox="1">
            <a:spLocks noGrp="1"/>
          </p:cNvSpPr>
          <p:nvPr>
            <p:ph type="title"/>
          </p:nvPr>
        </p:nvSpPr>
        <p:spPr>
          <a:xfrm flipH="1">
            <a:off x="719825" y="986925"/>
            <a:ext cx="2888400" cy="19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39" name="Google Shape;239;p24"/>
          <p:cNvSpPr>
            <a:spLocks noGrp="1"/>
          </p:cNvSpPr>
          <p:nvPr>
            <p:ph type="pic" idx="2"/>
          </p:nvPr>
        </p:nvSpPr>
        <p:spPr>
          <a:xfrm>
            <a:off x="4411375" y="-75"/>
            <a:ext cx="47328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40" name="Google Shape;240;p2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4"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5"/>
          <p:cNvSpPr/>
          <p:nvPr/>
        </p:nvSpPr>
        <p:spPr>
          <a:xfrm rot="-10285629">
            <a:off x="4140874" y="-2015123"/>
            <a:ext cx="9471588" cy="6049060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25"/>
          <p:cNvSpPr/>
          <p:nvPr/>
        </p:nvSpPr>
        <p:spPr>
          <a:xfrm rot="4102346" flipH="1">
            <a:off x="-2270967" y="3805847"/>
            <a:ext cx="9416338" cy="6013774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25"/>
          <p:cNvSpPr/>
          <p:nvPr/>
        </p:nvSpPr>
        <p:spPr>
          <a:xfrm rot="813319">
            <a:off x="-3580677" y="-1425723"/>
            <a:ext cx="6402109" cy="5689153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25"/>
          <p:cNvSpPr/>
          <p:nvPr/>
        </p:nvSpPr>
        <p:spPr>
          <a:xfrm>
            <a:off x="3065327" y="-4200997"/>
            <a:ext cx="7065492" cy="5396392"/>
          </a:xfrm>
          <a:custGeom>
            <a:avLst/>
            <a:gdLst/>
            <a:ahLst/>
            <a:cxnLst/>
            <a:rect l="l" t="t" r="r" b="b"/>
            <a:pathLst>
              <a:path w="38799" h="29633" extrusionOk="0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4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25"/>
          <p:cNvSpPr txBox="1">
            <a:spLocks noGrp="1"/>
          </p:cNvSpPr>
          <p:nvPr>
            <p:ph type="subTitle" idx="1"/>
          </p:nvPr>
        </p:nvSpPr>
        <p:spPr>
          <a:xfrm>
            <a:off x="723300" y="2291463"/>
            <a:ext cx="3035100" cy="138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47" name="Google Shape;247;p25"/>
          <p:cNvSpPr txBox="1">
            <a:spLocks noGrp="1"/>
          </p:cNvSpPr>
          <p:nvPr>
            <p:ph type="title"/>
          </p:nvPr>
        </p:nvSpPr>
        <p:spPr>
          <a:xfrm flipH="1">
            <a:off x="719825" y="1463638"/>
            <a:ext cx="3035100" cy="71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48" name="Google Shape;248;p25"/>
          <p:cNvSpPr/>
          <p:nvPr/>
        </p:nvSpPr>
        <p:spPr>
          <a:xfrm rot="-649760" flipH="1">
            <a:off x="-3395808" y="4514617"/>
            <a:ext cx="4974484" cy="1490372"/>
          </a:xfrm>
          <a:custGeom>
            <a:avLst/>
            <a:gdLst/>
            <a:ahLst/>
            <a:cxnLst/>
            <a:rect l="l" t="t" r="r" b="b"/>
            <a:pathLst>
              <a:path w="49165" h="14730" extrusionOk="0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3">
              <a:alpha val="3464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2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18"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6"/>
          <p:cNvSpPr/>
          <p:nvPr/>
        </p:nvSpPr>
        <p:spPr>
          <a:xfrm rot="-3394465">
            <a:off x="-4398774" y="4211443"/>
            <a:ext cx="8703343" cy="5558223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26"/>
          <p:cNvSpPr/>
          <p:nvPr/>
        </p:nvSpPr>
        <p:spPr>
          <a:xfrm flipH="1">
            <a:off x="-5777841" y="-1243497"/>
            <a:ext cx="7065492" cy="5396392"/>
          </a:xfrm>
          <a:custGeom>
            <a:avLst/>
            <a:gdLst/>
            <a:ahLst/>
            <a:cxnLst/>
            <a:rect l="l" t="t" r="r" b="b"/>
            <a:pathLst>
              <a:path w="38799" h="29633" extrusionOk="0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8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26"/>
          <p:cNvSpPr/>
          <p:nvPr/>
        </p:nvSpPr>
        <p:spPr>
          <a:xfrm rot="-3952094" flipH="1">
            <a:off x="-4776410" y="665034"/>
            <a:ext cx="7826127" cy="2877868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26"/>
          <p:cNvSpPr/>
          <p:nvPr/>
        </p:nvSpPr>
        <p:spPr>
          <a:xfrm rot="649760">
            <a:off x="-4213998" y="535117"/>
            <a:ext cx="4974484" cy="1490372"/>
          </a:xfrm>
          <a:custGeom>
            <a:avLst/>
            <a:gdLst/>
            <a:ahLst/>
            <a:cxnLst/>
            <a:rect l="l" t="t" r="r" b="b"/>
            <a:pathLst>
              <a:path w="49165" h="14730" extrusionOk="0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3">
              <a:alpha val="3464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26"/>
          <p:cNvSpPr/>
          <p:nvPr/>
        </p:nvSpPr>
        <p:spPr>
          <a:xfrm rot="-813319" flipH="1">
            <a:off x="4527346" y="-3414798"/>
            <a:ext cx="6402109" cy="5689153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26"/>
          <p:cNvSpPr/>
          <p:nvPr/>
        </p:nvSpPr>
        <p:spPr>
          <a:xfrm rot="10285603" flipH="1">
            <a:off x="4806347" y="3363742"/>
            <a:ext cx="7471761" cy="4771864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26"/>
          <p:cNvSpPr/>
          <p:nvPr/>
        </p:nvSpPr>
        <p:spPr>
          <a:xfrm rot="5626330" flipH="1">
            <a:off x="3918525" y="675664"/>
            <a:ext cx="7826010" cy="2877825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26"/>
          <p:cNvSpPr txBox="1">
            <a:spLocks noGrp="1"/>
          </p:cNvSpPr>
          <p:nvPr>
            <p:ph type="body" idx="1"/>
          </p:nvPr>
        </p:nvSpPr>
        <p:spPr>
          <a:xfrm>
            <a:off x="1133900" y="1868725"/>
            <a:ext cx="6223800" cy="235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400"/>
            </a:lvl1pPr>
            <a:lvl2pPr marL="914400" lvl="1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/>
            </a:lvl2pPr>
            <a:lvl3pPr marL="1371600" lvl="2" indent="-32385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Font typeface="Nunito Light"/>
              <a:buChar char="■"/>
              <a:defRPr/>
            </a:lvl3pPr>
            <a:lvl4pPr marL="1828800" lvl="3" indent="-32385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Font typeface="Nunito Light"/>
              <a:buChar char="●"/>
              <a:defRPr/>
            </a:lvl4pPr>
            <a:lvl5pPr marL="2286000" lvl="4" indent="-330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○"/>
              <a:defRPr/>
            </a:lvl5pPr>
            <a:lvl6pPr marL="2743200" lvl="5" indent="-330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■"/>
              <a:defRPr/>
            </a:lvl6pPr>
            <a:lvl7pPr marL="3200400" lvl="6" indent="-31115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 Light"/>
              <a:buChar char="●"/>
              <a:defRPr/>
            </a:lvl7pPr>
            <a:lvl8pPr marL="3657600" lvl="7" indent="-31115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 Light"/>
              <a:buChar char="○"/>
              <a:defRPr/>
            </a:lvl8pPr>
            <a:lvl9pPr marL="4114800" lvl="8" indent="-3302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259" name="Google Shape;259;p26"/>
          <p:cNvSpPr txBox="1">
            <a:spLocks noGrp="1"/>
          </p:cNvSpPr>
          <p:nvPr>
            <p:ph type="title"/>
          </p:nvPr>
        </p:nvSpPr>
        <p:spPr>
          <a:xfrm>
            <a:off x="1133900" y="922175"/>
            <a:ext cx="6363600" cy="9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60" name="Google Shape;260;p2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23"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7"/>
          <p:cNvSpPr/>
          <p:nvPr/>
        </p:nvSpPr>
        <p:spPr>
          <a:xfrm rot="7585667" flipH="1">
            <a:off x="-5466599" y="794591"/>
            <a:ext cx="9471614" cy="6049076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27"/>
          <p:cNvSpPr/>
          <p:nvPr/>
        </p:nvSpPr>
        <p:spPr>
          <a:xfrm rot="-5902333">
            <a:off x="3975367" y="2957142"/>
            <a:ext cx="9416513" cy="6013886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27"/>
          <p:cNvSpPr/>
          <p:nvPr/>
        </p:nvSpPr>
        <p:spPr>
          <a:xfrm rot="-2613329" flipH="1">
            <a:off x="5160201" y="-3949042"/>
            <a:ext cx="6402056" cy="5689105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27"/>
          <p:cNvSpPr/>
          <p:nvPr/>
        </p:nvSpPr>
        <p:spPr>
          <a:xfrm rot="-2700000" flipH="1">
            <a:off x="-4428810" y="-2266646"/>
            <a:ext cx="7065482" cy="5396362"/>
          </a:xfrm>
          <a:custGeom>
            <a:avLst/>
            <a:gdLst/>
            <a:ahLst/>
            <a:cxnLst/>
            <a:rect l="l" t="t" r="r" b="b"/>
            <a:pathLst>
              <a:path w="38799" h="29633" extrusionOk="0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4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27"/>
          <p:cNvSpPr txBox="1">
            <a:spLocks noGrp="1"/>
          </p:cNvSpPr>
          <p:nvPr>
            <p:ph type="subTitle" idx="1"/>
          </p:nvPr>
        </p:nvSpPr>
        <p:spPr>
          <a:xfrm>
            <a:off x="4959025" y="2291463"/>
            <a:ext cx="3035100" cy="138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67" name="Google Shape;267;p27"/>
          <p:cNvSpPr txBox="1">
            <a:spLocks noGrp="1"/>
          </p:cNvSpPr>
          <p:nvPr>
            <p:ph type="title"/>
          </p:nvPr>
        </p:nvSpPr>
        <p:spPr>
          <a:xfrm flipH="1">
            <a:off x="4955550" y="1463638"/>
            <a:ext cx="3035100" cy="71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68" name="Google Shape;268;p27"/>
          <p:cNvSpPr/>
          <p:nvPr/>
        </p:nvSpPr>
        <p:spPr>
          <a:xfrm rot="-1150203">
            <a:off x="7474328" y="896864"/>
            <a:ext cx="4974547" cy="1490391"/>
          </a:xfrm>
          <a:custGeom>
            <a:avLst/>
            <a:gdLst/>
            <a:ahLst/>
            <a:cxnLst/>
            <a:rect l="l" t="t" r="r" b="b"/>
            <a:pathLst>
              <a:path w="49165" h="14730" extrusionOk="0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3">
              <a:alpha val="3464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2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5">
  <p:cSld name="CUSTOM_25"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8"/>
          <p:cNvSpPr txBox="1">
            <a:spLocks noGrp="1"/>
          </p:cNvSpPr>
          <p:nvPr>
            <p:ph type="subTitle" idx="1"/>
          </p:nvPr>
        </p:nvSpPr>
        <p:spPr>
          <a:xfrm>
            <a:off x="4349577" y="2925675"/>
            <a:ext cx="4081200" cy="113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72" name="Google Shape;272;p28"/>
          <p:cNvSpPr txBox="1">
            <a:spLocks noGrp="1"/>
          </p:cNvSpPr>
          <p:nvPr>
            <p:ph type="title"/>
          </p:nvPr>
        </p:nvSpPr>
        <p:spPr>
          <a:xfrm flipH="1">
            <a:off x="4349575" y="1266675"/>
            <a:ext cx="4081200" cy="15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73" name="Google Shape;273;p28"/>
          <p:cNvSpPr/>
          <p:nvPr/>
        </p:nvSpPr>
        <p:spPr>
          <a:xfrm rot="4102360" flipH="1">
            <a:off x="4431017" y="3716310"/>
            <a:ext cx="7471578" cy="4771747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28"/>
          <p:cNvSpPr/>
          <p:nvPr/>
        </p:nvSpPr>
        <p:spPr>
          <a:xfrm rot="813319">
            <a:off x="4927123" y="-2579698"/>
            <a:ext cx="6402109" cy="5689153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6">
  <p:cSld name="CUSTOM_28"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9"/>
          <p:cNvSpPr/>
          <p:nvPr/>
        </p:nvSpPr>
        <p:spPr>
          <a:xfrm rot="3214333">
            <a:off x="-5499024" y="-2387504"/>
            <a:ext cx="9471614" cy="6049076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29"/>
          <p:cNvSpPr/>
          <p:nvPr/>
        </p:nvSpPr>
        <p:spPr>
          <a:xfrm rot="-4897667" flipH="1">
            <a:off x="4234767" y="-2245089"/>
            <a:ext cx="9416513" cy="6013886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29"/>
          <p:cNvSpPr/>
          <p:nvPr/>
        </p:nvSpPr>
        <p:spPr>
          <a:xfrm rot="-8186671">
            <a:off x="3376801" y="4110400"/>
            <a:ext cx="6402056" cy="5689105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29"/>
          <p:cNvSpPr/>
          <p:nvPr/>
        </p:nvSpPr>
        <p:spPr>
          <a:xfrm rot="-8100000">
            <a:off x="-4461235" y="1326447"/>
            <a:ext cx="7065482" cy="5396362"/>
          </a:xfrm>
          <a:custGeom>
            <a:avLst/>
            <a:gdLst/>
            <a:ahLst/>
            <a:cxnLst/>
            <a:rect l="l" t="t" r="r" b="b"/>
            <a:pathLst>
              <a:path w="38799" h="29633" extrusionOk="0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4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29"/>
          <p:cNvSpPr txBox="1">
            <a:spLocks noGrp="1"/>
          </p:cNvSpPr>
          <p:nvPr>
            <p:ph type="subTitle" idx="1"/>
          </p:nvPr>
        </p:nvSpPr>
        <p:spPr>
          <a:xfrm>
            <a:off x="1536900" y="2291463"/>
            <a:ext cx="3035100" cy="138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82" name="Google Shape;282;p29"/>
          <p:cNvSpPr/>
          <p:nvPr/>
        </p:nvSpPr>
        <p:spPr>
          <a:xfrm rot="-9649797" flipH="1">
            <a:off x="6371853" y="4455308"/>
            <a:ext cx="4974547" cy="1490391"/>
          </a:xfrm>
          <a:custGeom>
            <a:avLst/>
            <a:gdLst/>
            <a:ahLst/>
            <a:cxnLst/>
            <a:rect l="l" t="t" r="r" b="b"/>
            <a:pathLst>
              <a:path w="49165" h="14730" extrusionOk="0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3">
              <a:alpha val="3464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29"/>
          <p:cNvSpPr txBox="1">
            <a:spLocks noGrp="1"/>
          </p:cNvSpPr>
          <p:nvPr>
            <p:ph type="title"/>
          </p:nvPr>
        </p:nvSpPr>
        <p:spPr>
          <a:xfrm>
            <a:off x="719925" y="437700"/>
            <a:ext cx="7704000" cy="65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84" name="Google Shape;284;p2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7">
  <p:cSld name="CUSTOM_38"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0"/>
          <p:cNvSpPr/>
          <p:nvPr/>
        </p:nvSpPr>
        <p:spPr>
          <a:xfrm rot="3394465" flipH="1">
            <a:off x="3077084" y="3433218"/>
            <a:ext cx="8703343" cy="5558223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30"/>
          <p:cNvSpPr/>
          <p:nvPr/>
        </p:nvSpPr>
        <p:spPr>
          <a:xfrm>
            <a:off x="5867027" y="-1243497"/>
            <a:ext cx="7065492" cy="5396392"/>
          </a:xfrm>
          <a:custGeom>
            <a:avLst/>
            <a:gdLst/>
            <a:ahLst/>
            <a:cxnLst/>
            <a:rect l="l" t="t" r="r" b="b"/>
            <a:pathLst>
              <a:path w="38799" h="29633" extrusionOk="0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8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30"/>
          <p:cNvSpPr/>
          <p:nvPr/>
        </p:nvSpPr>
        <p:spPr>
          <a:xfrm rot="3952094">
            <a:off x="4681686" y="-32116"/>
            <a:ext cx="7826127" cy="2877868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30"/>
          <p:cNvSpPr/>
          <p:nvPr/>
        </p:nvSpPr>
        <p:spPr>
          <a:xfrm rot="-649760" flipH="1">
            <a:off x="7075142" y="-713258"/>
            <a:ext cx="4974484" cy="1490372"/>
          </a:xfrm>
          <a:custGeom>
            <a:avLst/>
            <a:gdLst/>
            <a:ahLst/>
            <a:cxnLst/>
            <a:rect l="l" t="t" r="r" b="b"/>
            <a:pathLst>
              <a:path w="49165" h="14730" extrusionOk="0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3">
              <a:alpha val="3464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30"/>
          <p:cNvSpPr/>
          <p:nvPr/>
        </p:nvSpPr>
        <p:spPr>
          <a:xfrm rot="813319">
            <a:off x="-2477752" y="-3074323"/>
            <a:ext cx="6402109" cy="5689153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30"/>
          <p:cNvSpPr/>
          <p:nvPr/>
        </p:nvSpPr>
        <p:spPr>
          <a:xfrm rot="-10285603">
            <a:off x="-4701904" y="3752842"/>
            <a:ext cx="7471761" cy="4771864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30"/>
          <p:cNvSpPr/>
          <p:nvPr/>
        </p:nvSpPr>
        <p:spPr>
          <a:xfrm rot="-7426355">
            <a:off x="-4666092" y="1132830"/>
            <a:ext cx="7826046" cy="2877838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30"/>
          <p:cNvSpPr txBox="1">
            <a:spLocks noGrp="1"/>
          </p:cNvSpPr>
          <p:nvPr>
            <p:ph type="title"/>
          </p:nvPr>
        </p:nvSpPr>
        <p:spPr>
          <a:xfrm flipH="1">
            <a:off x="719925" y="437700"/>
            <a:ext cx="7704000" cy="65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94" name="Google Shape;294;p30"/>
          <p:cNvSpPr txBox="1">
            <a:spLocks noGrp="1"/>
          </p:cNvSpPr>
          <p:nvPr>
            <p:ph type="body" idx="1"/>
          </p:nvPr>
        </p:nvSpPr>
        <p:spPr>
          <a:xfrm>
            <a:off x="1545450" y="1330100"/>
            <a:ext cx="6053100" cy="337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295" name="Google Shape;295;p3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8">
  <p:cSld name="CUSTOM_39"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1"/>
          <p:cNvSpPr>
            <a:spLocks noGrp="1"/>
          </p:cNvSpPr>
          <p:nvPr>
            <p:ph type="pic" idx="2"/>
          </p:nvPr>
        </p:nvSpPr>
        <p:spPr>
          <a:xfrm>
            <a:off x="704000" y="1274500"/>
            <a:ext cx="3546900" cy="3244200"/>
          </a:xfrm>
          <a:prstGeom prst="rect">
            <a:avLst/>
          </a:prstGeom>
          <a:noFill/>
          <a:ln>
            <a:noFill/>
          </a:ln>
        </p:spPr>
      </p:sp>
      <p:sp>
        <p:nvSpPr>
          <p:cNvPr id="298" name="Google Shape;298;p31"/>
          <p:cNvSpPr/>
          <p:nvPr/>
        </p:nvSpPr>
        <p:spPr>
          <a:xfrm rot="3394465" flipH="1">
            <a:off x="5041484" y="2286018"/>
            <a:ext cx="8703343" cy="5558223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31"/>
          <p:cNvSpPr/>
          <p:nvPr/>
        </p:nvSpPr>
        <p:spPr>
          <a:xfrm rot="-10285603">
            <a:off x="7150321" y="-2266383"/>
            <a:ext cx="7471761" cy="4771864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3">
              <a:alpha val="254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31"/>
          <p:cNvSpPr/>
          <p:nvPr/>
        </p:nvSpPr>
        <p:spPr>
          <a:xfrm rot="955394" flipH="1">
            <a:off x="1460861" y="-2197712"/>
            <a:ext cx="7826028" cy="2877832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31"/>
          <p:cNvSpPr txBox="1">
            <a:spLocks noGrp="1"/>
          </p:cNvSpPr>
          <p:nvPr>
            <p:ph type="body" idx="1"/>
          </p:nvPr>
        </p:nvSpPr>
        <p:spPr>
          <a:xfrm>
            <a:off x="4572000" y="1369325"/>
            <a:ext cx="3850500" cy="333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400"/>
            </a:lvl1pPr>
            <a:lvl2pPr marL="914400" lvl="1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/>
            </a:lvl2pPr>
            <a:lvl3pPr marL="1371600" lvl="2" indent="-32385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Font typeface="Nunito Light"/>
              <a:buChar char="■"/>
              <a:defRPr/>
            </a:lvl3pPr>
            <a:lvl4pPr marL="1828800" lvl="3" indent="-32385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Font typeface="Nunito Light"/>
              <a:buChar char="●"/>
              <a:defRPr/>
            </a:lvl4pPr>
            <a:lvl5pPr marL="2286000" lvl="4" indent="-330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○"/>
              <a:defRPr/>
            </a:lvl5pPr>
            <a:lvl6pPr marL="2743200" lvl="5" indent="-330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■"/>
              <a:defRPr/>
            </a:lvl6pPr>
            <a:lvl7pPr marL="3200400" lvl="6" indent="-31115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 Light"/>
              <a:buChar char="●"/>
              <a:defRPr/>
            </a:lvl7pPr>
            <a:lvl8pPr marL="3657600" lvl="7" indent="-31115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 Light"/>
              <a:buChar char="○"/>
              <a:defRPr/>
            </a:lvl8pPr>
            <a:lvl9pPr marL="4114800" lvl="8" indent="-3302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302" name="Google Shape;302;p31"/>
          <p:cNvSpPr txBox="1">
            <a:spLocks noGrp="1"/>
          </p:cNvSpPr>
          <p:nvPr>
            <p:ph type="title"/>
          </p:nvPr>
        </p:nvSpPr>
        <p:spPr>
          <a:xfrm>
            <a:off x="719925" y="437700"/>
            <a:ext cx="7704000" cy="65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Kulim Park"/>
                <a:ea typeface="Kulim Park"/>
                <a:cs typeface="Kulim Park"/>
                <a:sym typeface="Kulim Par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03" name="Google Shape;303;p3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2"/>
          <p:cNvSpPr/>
          <p:nvPr/>
        </p:nvSpPr>
        <p:spPr>
          <a:xfrm rot="-859945" flipH="1">
            <a:off x="5665328" y="3096461"/>
            <a:ext cx="4772748" cy="4241345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32"/>
          <p:cNvSpPr/>
          <p:nvPr/>
        </p:nvSpPr>
        <p:spPr>
          <a:xfrm>
            <a:off x="-4528356" y="1004988"/>
            <a:ext cx="5766771" cy="3682967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dk2">
              <a:alpha val="1285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32"/>
          <p:cNvSpPr/>
          <p:nvPr/>
        </p:nvSpPr>
        <p:spPr>
          <a:xfrm rot="-9405665" flipH="1">
            <a:off x="6846081" y="1281156"/>
            <a:ext cx="7310152" cy="6849835"/>
          </a:xfrm>
          <a:custGeom>
            <a:avLst/>
            <a:gdLst/>
            <a:ahLst/>
            <a:cxnLst/>
            <a:rect l="l" t="t" r="r" b="b"/>
            <a:pathLst>
              <a:path w="93299" h="87424" extrusionOk="0">
                <a:moveTo>
                  <a:pt x="34162" y="1"/>
                </a:moveTo>
                <a:cubicBezTo>
                  <a:pt x="24245" y="1"/>
                  <a:pt x="25039" y="12520"/>
                  <a:pt x="13717" y="17147"/>
                </a:cubicBezTo>
                <a:cubicBezTo>
                  <a:pt x="1" y="22753"/>
                  <a:pt x="25599" y="33483"/>
                  <a:pt x="18923" y="50349"/>
                </a:cubicBezTo>
                <a:cubicBezTo>
                  <a:pt x="13077" y="65115"/>
                  <a:pt x="23069" y="87424"/>
                  <a:pt x="32143" y="87424"/>
                </a:cubicBezTo>
                <a:cubicBezTo>
                  <a:pt x="33432" y="87424"/>
                  <a:pt x="34703" y="86974"/>
                  <a:pt x="35906" y="85988"/>
                </a:cubicBezTo>
                <a:cubicBezTo>
                  <a:pt x="38841" y="83585"/>
                  <a:pt x="41192" y="82952"/>
                  <a:pt x="43240" y="82952"/>
                </a:cubicBezTo>
                <a:cubicBezTo>
                  <a:pt x="45526" y="82952"/>
                  <a:pt x="47435" y="83741"/>
                  <a:pt x="49356" y="83741"/>
                </a:cubicBezTo>
                <a:cubicBezTo>
                  <a:pt x="51391" y="83741"/>
                  <a:pt x="53441" y="82856"/>
                  <a:pt x="55968" y="79208"/>
                </a:cubicBezTo>
                <a:cubicBezTo>
                  <a:pt x="79663" y="45004"/>
                  <a:pt x="87416" y="44135"/>
                  <a:pt x="87416" y="44135"/>
                </a:cubicBezTo>
                <a:cubicBezTo>
                  <a:pt x="93298" y="21497"/>
                  <a:pt x="60858" y="9397"/>
                  <a:pt x="42111" y="1875"/>
                </a:cubicBezTo>
                <a:cubicBezTo>
                  <a:pt x="38838" y="561"/>
                  <a:pt x="36260" y="1"/>
                  <a:pt x="34162" y="1"/>
                </a:cubicBezTo>
                <a:close/>
              </a:path>
            </a:pathLst>
          </a:custGeom>
          <a:solidFill>
            <a:schemeClr val="accent3">
              <a:alpha val="3352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32"/>
          <p:cNvSpPr/>
          <p:nvPr/>
        </p:nvSpPr>
        <p:spPr>
          <a:xfrm rot="1478505" flipH="1">
            <a:off x="1794833" y="-2111786"/>
            <a:ext cx="7826136" cy="2877871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32"/>
          <p:cNvSpPr/>
          <p:nvPr/>
        </p:nvSpPr>
        <p:spPr>
          <a:xfrm rot="9524149" flipH="1">
            <a:off x="-6659422" y="-2925302"/>
            <a:ext cx="9471569" cy="6049047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32"/>
          <p:cNvSpPr/>
          <p:nvPr/>
        </p:nvSpPr>
        <p:spPr>
          <a:xfrm rot="-9555841">
            <a:off x="-6785773" y="1808506"/>
            <a:ext cx="8200942" cy="3015697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32"/>
          <p:cNvSpPr txBox="1">
            <a:spLocks noGrp="1"/>
          </p:cNvSpPr>
          <p:nvPr>
            <p:ph type="title"/>
          </p:nvPr>
        </p:nvSpPr>
        <p:spPr>
          <a:xfrm>
            <a:off x="1699900" y="2520537"/>
            <a:ext cx="2736900" cy="48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12" name="Google Shape;312;p32"/>
          <p:cNvSpPr txBox="1">
            <a:spLocks noGrp="1"/>
          </p:cNvSpPr>
          <p:nvPr>
            <p:ph type="subTitle" idx="1"/>
          </p:nvPr>
        </p:nvSpPr>
        <p:spPr>
          <a:xfrm>
            <a:off x="1699975" y="3065348"/>
            <a:ext cx="2736900" cy="103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13" name="Google Shape;313;p32"/>
          <p:cNvSpPr txBox="1">
            <a:spLocks noGrp="1"/>
          </p:cNvSpPr>
          <p:nvPr>
            <p:ph type="title" idx="2"/>
          </p:nvPr>
        </p:nvSpPr>
        <p:spPr>
          <a:xfrm>
            <a:off x="4707338" y="2520537"/>
            <a:ext cx="2736600" cy="48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14" name="Google Shape;314;p32"/>
          <p:cNvSpPr txBox="1">
            <a:spLocks noGrp="1"/>
          </p:cNvSpPr>
          <p:nvPr>
            <p:ph type="subTitle" idx="3"/>
          </p:nvPr>
        </p:nvSpPr>
        <p:spPr>
          <a:xfrm>
            <a:off x="4707501" y="3065348"/>
            <a:ext cx="2736600" cy="103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15" name="Google Shape;315;p32"/>
          <p:cNvSpPr txBox="1">
            <a:spLocks noGrp="1"/>
          </p:cNvSpPr>
          <p:nvPr>
            <p:ph type="title" idx="4"/>
          </p:nvPr>
        </p:nvSpPr>
        <p:spPr>
          <a:xfrm>
            <a:off x="719925" y="437700"/>
            <a:ext cx="7704000" cy="65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16" name="Google Shape;316;p3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CUSTOM_19"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3"/>
          <p:cNvSpPr txBox="1">
            <a:spLocks noGrp="1"/>
          </p:cNvSpPr>
          <p:nvPr>
            <p:ph type="title"/>
          </p:nvPr>
        </p:nvSpPr>
        <p:spPr>
          <a:xfrm flipH="1">
            <a:off x="720000" y="43891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19" name="Google Shape;319;p33"/>
          <p:cNvSpPr txBox="1">
            <a:spLocks noGrp="1"/>
          </p:cNvSpPr>
          <p:nvPr>
            <p:ph type="title" idx="2"/>
          </p:nvPr>
        </p:nvSpPr>
        <p:spPr>
          <a:xfrm>
            <a:off x="4572012" y="3186751"/>
            <a:ext cx="2325300" cy="48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20" name="Google Shape;320;p33"/>
          <p:cNvSpPr txBox="1">
            <a:spLocks noGrp="1"/>
          </p:cNvSpPr>
          <p:nvPr>
            <p:ph type="subTitle" idx="1"/>
          </p:nvPr>
        </p:nvSpPr>
        <p:spPr>
          <a:xfrm>
            <a:off x="4572037" y="3694826"/>
            <a:ext cx="23253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21" name="Google Shape;321;p33"/>
          <p:cNvSpPr txBox="1">
            <a:spLocks noGrp="1"/>
          </p:cNvSpPr>
          <p:nvPr>
            <p:ph type="title" idx="3"/>
          </p:nvPr>
        </p:nvSpPr>
        <p:spPr>
          <a:xfrm>
            <a:off x="4572000" y="1747851"/>
            <a:ext cx="2325300" cy="48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22" name="Google Shape;322;p33"/>
          <p:cNvSpPr txBox="1">
            <a:spLocks noGrp="1"/>
          </p:cNvSpPr>
          <p:nvPr>
            <p:ph type="subTitle" idx="4"/>
          </p:nvPr>
        </p:nvSpPr>
        <p:spPr>
          <a:xfrm>
            <a:off x="4572025" y="2255926"/>
            <a:ext cx="23253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23" name="Google Shape;323;p33"/>
          <p:cNvSpPr/>
          <p:nvPr/>
        </p:nvSpPr>
        <p:spPr>
          <a:xfrm rot="-813319" flipH="1">
            <a:off x="7030742" y="-1425723"/>
            <a:ext cx="6402109" cy="5689153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3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3">
  <p:cSld name="CUSTOM_31"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4"/>
          <p:cNvSpPr/>
          <p:nvPr/>
        </p:nvSpPr>
        <p:spPr>
          <a:xfrm rot="-9940055">
            <a:off x="6313853" y="-2245551"/>
            <a:ext cx="4772748" cy="4241345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34"/>
          <p:cNvSpPr/>
          <p:nvPr/>
        </p:nvSpPr>
        <p:spPr>
          <a:xfrm rot="10800000" flipH="1">
            <a:off x="-4512131" y="0"/>
            <a:ext cx="5766771" cy="3682967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dk2">
              <a:alpha val="1285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34"/>
          <p:cNvSpPr/>
          <p:nvPr/>
        </p:nvSpPr>
        <p:spPr>
          <a:xfrm rot="405705">
            <a:off x="6781192" y="537430"/>
            <a:ext cx="7309974" cy="6849668"/>
          </a:xfrm>
          <a:custGeom>
            <a:avLst/>
            <a:gdLst/>
            <a:ahLst/>
            <a:cxnLst/>
            <a:rect l="l" t="t" r="r" b="b"/>
            <a:pathLst>
              <a:path w="93299" h="87424" extrusionOk="0">
                <a:moveTo>
                  <a:pt x="34162" y="1"/>
                </a:moveTo>
                <a:cubicBezTo>
                  <a:pt x="24245" y="1"/>
                  <a:pt x="25039" y="12520"/>
                  <a:pt x="13717" y="17147"/>
                </a:cubicBezTo>
                <a:cubicBezTo>
                  <a:pt x="1" y="22753"/>
                  <a:pt x="25599" y="33483"/>
                  <a:pt x="18923" y="50349"/>
                </a:cubicBezTo>
                <a:cubicBezTo>
                  <a:pt x="13077" y="65115"/>
                  <a:pt x="23069" y="87424"/>
                  <a:pt x="32143" y="87424"/>
                </a:cubicBezTo>
                <a:cubicBezTo>
                  <a:pt x="33432" y="87424"/>
                  <a:pt x="34703" y="86974"/>
                  <a:pt x="35906" y="85988"/>
                </a:cubicBezTo>
                <a:cubicBezTo>
                  <a:pt x="38841" y="83585"/>
                  <a:pt x="41192" y="82952"/>
                  <a:pt x="43240" y="82952"/>
                </a:cubicBezTo>
                <a:cubicBezTo>
                  <a:pt x="45526" y="82952"/>
                  <a:pt x="47435" y="83741"/>
                  <a:pt x="49356" y="83741"/>
                </a:cubicBezTo>
                <a:cubicBezTo>
                  <a:pt x="51391" y="83741"/>
                  <a:pt x="53441" y="82856"/>
                  <a:pt x="55968" y="79208"/>
                </a:cubicBezTo>
                <a:cubicBezTo>
                  <a:pt x="79663" y="45004"/>
                  <a:pt x="87416" y="44135"/>
                  <a:pt x="87416" y="44135"/>
                </a:cubicBezTo>
                <a:cubicBezTo>
                  <a:pt x="93298" y="21497"/>
                  <a:pt x="60858" y="9397"/>
                  <a:pt x="42111" y="1875"/>
                </a:cubicBezTo>
                <a:cubicBezTo>
                  <a:pt x="38838" y="561"/>
                  <a:pt x="36260" y="1"/>
                  <a:pt x="34162" y="1"/>
                </a:cubicBezTo>
                <a:close/>
              </a:path>
            </a:pathLst>
          </a:custGeom>
          <a:solidFill>
            <a:schemeClr val="accent3">
              <a:alpha val="3352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34"/>
          <p:cNvSpPr/>
          <p:nvPr/>
        </p:nvSpPr>
        <p:spPr>
          <a:xfrm rot="10221505">
            <a:off x="2162666" y="4072255"/>
            <a:ext cx="7826058" cy="2877843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34"/>
          <p:cNvSpPr/>
          <p:nvPr/>
        </p:nvSpPr>
        <p:spPr>
          <a:xfrm rot="1275851">
            <a:off x="-7113372" y="1815710"/>
            <a:ext cx="9471569" cy="6049047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34"/>
          <p:cNvSpPr/>
          <p:nvPr/>
        </p:nvSpPr>
        <p:spPr>
          <a:xfrm rot="-1244159" flipH="1">
            <a:off x="-7039848" y="-79298"/>
            <a:ext cx="8200942" cy="3015697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34"/>
          <p:cNvSpPr txBox="1">
            <a:spLocks noGrp="1"/>
          </p:cNvSpPr>
          <p:nvPr>
            <p:ph type="title"/>
          </p:nvPr>
        </p:nvSpPr>
        <p:spPr>
          <a:xfrm>
            <a:off x="2014775" y="1710525"/>
            <a:ext cx="5114100" cy="48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33" name="Google Shape;333;p34"/>
          <p:cNvSpPr txBox="1">
            <a:spLocks noGrp="1"/>
          </p:cNvSpPr>
          <p:nvPr>
            <p:ph type="subTitle" idx="1"/>
          </p:nvPr>
        </p:nvSpPr>
        <p:spPr>
          <a:xfrm>
            <a:off x="2014925" y="2255348"/>
            <a:ext cx="5114100" cy="69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34" name="Google Shape;334;p34"/>
          <p:cNvSpPr txBox="1">
            <a:spLocks noGrp="1"/>
          </p:cNvSpPr>
          <p:nvPr>
            <p:ph type="title" idx="2"/>
          </p:nvPr>
        </p:nvSpPr>
        <p:spPr>
          <a:xfrm>
            <a:off x="2014780" y="3258850"/>
            <a:ext cx="5113800" cy="48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35" name="Google Shape;335;p34"/>
          <p:cNvSpPr txBox="1">
            <a:spLocks noGrp="1"/>
          </p:cNvSpPr>
          <p:nvPr>
            <p:ph type="subTitle" idx="3"/>
          </p:nvPr>
        </p:nvSpPr>
        <p:spPr>
          <a:xfrm>
            <a:off x="2015075" y="3803672"/>
            <a:ext cx="5113800" cy="69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36" name="Google Shape;336;p34"/>
          <p:cNvSpPr txBox="1">
            <a:spLocks noGrp="1"/>
          </p:cNvSpPr>
          <p:nvPr>
            <p:ph type="title" idx="4"/>
          </p:nvPr>
        </p:nvSpPr>
        <p:spPr>
          <a:xfrm>
            <a:off x="719925" y="437700"/>
            <a:ext cx="7704000" cy="65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37" name="Google Shape;337;p3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5"/>
          <p:cNvSpPr/>
          <p:nvPr/>
        </p:nvSpPr>
        <p:spPr>
          <a:xfrm rot="-10285629">
            <a:off x="6057524" y="-2124373"/>
            <a:ext cx="9471588" cy="6049060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35"/>
          <p:cNvSpPr/>
          <p:nvPr/>
        </p:nvSpPr>
        <p:spPr>
          <a:xfrm flipH="1">
            <a:off x="7942003" y="1004988"/>
            <a:ext cx="5766771" cy="3682967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dk2">
              <a:alpha val="1285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35"/>
          <p:cNvSpPr/>
          <p:nvPr/>
        </p:nvSpPr>
        <p:spPr>
          <a:xfrm rot="2839443">
            <a:off x="-308418" y="2442034"/>
            <a:ext cx="6402141" cy="5689181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35"/>
          <p:cNvSpPr/>
          <p:nvPr/>
        </p:nvSpPr>
        <p:spPr>
          <a:xfrm rot="9405665">
            <a:off x="-4880740" y="1281181"/>
            <a:ext cx="7310152" cy="6849835"/>
          </a:xfrm>
          <a:custGeom>
            <a:avLst/>
            <a:gdLst/>
            <a:ahLst/>
            <a:cxnLst/>
            <a:rect l="l" t="t" r="r" b="b"/>
            <a:pathLst>
              <a:path w="93299" h="87424" extrusionOk="0">
                <a:moveTo>
                  <a:pt x="34162" y="1"/>
                </a:moveTo>
                <a:cubicBezTo>
                  <a:pt x="24245" y="1"/>
                  <a:pt x="25039" y="12520"/>
                  <a:pt x="13717" y="17147"/>
                </a:cubicBezTo>
                <a:cubicBezTo>
                  <a:pt x="1" y="22753"/>
                  <a:pt x="25599" y="33483"/>
                  <a:pt x="18923" y="50349"/>
                </a:cubicBezTo>
                <a:cubicBezTo>
                  <a:pt x="13077" y="65115"/>
                  <a:pt x="23069" y="87424"/>
                  <a:pt x="32143" y="87424"/>
                </a:cubicBezTo>
                <a:cubicBezTo>
                  <a:pt x="33432" y="87424"/>
                  <a:pt x="34703" y="86974"/>
                  <a:pt x="35906" y="85988"/>
                </a:cubicBezTo>
                <a:cubicBezTo>
                  <a:pt x="38841" y="83585"/>
                  <a:pt x="41192" y="82952"/>
                  <a:pt x="43240" y="82952"/>
                </a:cubicBezTo>
                <a:cubicBezTo>
                  <a:pt x="45526" y="82952"/>
                  <a:pt x="47435" y="83741"/>
                  <a:pt x="49356" y="83741"/>
                </a:cubicBezTo>
                <a:cubicBezTo>
                  <a:pt x="51391" y="83741"/>
                  <a:pt x="53441" y="82856"/>
                  <a:pt x="55968" y="79208"/>
                </a:cubicBezTo>
                <a:cubicBezTo>
                  <a:pt x="79663" y="45004"/>
                  <a:pt x="87416" y="44135"/>
                  <a:pt x="87416" y="44135"/>
                </a:cubicBezTo>
                <a:cubicBezTo>
                  <a:pt x="93298" y="21497"/>
                  <a:pt x="60858" y="9397"/>
                  <a:pt x="42111" y="1875"/>
                </a:cubicBezTo>
                <a:cubicBezTo>
                  <a:pt x="38838" y="561"/>
                  <a:pt x="36260" y="1"/>
                  <a:pt x="34162" y="1"/>
                </a:cubicBezTo>
                <a:close/>
              </a:path>
            </a:pathLst>
          </a:custGeom>
          <a:solidFill>
            <a:schemeClr val="accent3">
              <a:alpha val="3352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35"/>
          <p:cNvSpPr/>
          <p:nvPr/>
        </p:nvSpPr>
        <p:spPr>
          <a:xfrm rot="-1478505">
            <a:off x="-2334601" y="-1000036"/>
            <a:ext cx="7826136" cy="2877871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35"/>
          <p:cNvSpPr/>
          <p:nvPr/>
        </p:nvSpPr>
        <p:spPr>
          <a:xfrm rot="9555841" flipH="1">
            <a:off x="7801702" y="1808506"/>
            <a:ext cx="8200942" cy="3015697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35"/>
          <p:cNvSpPr txBox="1">
            <a:spLocks noGrp="1"/>
          </p:cNvSpPr>
          <p:nvPr>
            <p:ph type="title"/>
          </p:nvPr>
        </p:nvSpPr>
        <p:spPr>
          <a:xfrm>
            <a:off x="719925" y="437700"/>
            <a:ext cx="7704000" cy="65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46" name="Google Shape;346;p35"/>
          <p:cNvSpPr txBox="1">
            <a:spLocks noGrp="1"/>
          </p:cNvSpPr>
          <p:nvPr>
            <p:ph type="title" idx="2"/>
          </p:nvPr>
        </p:nvSpPr>
        <p:spPr>
          <a:xfrm>
            <a:off x="1164025" y="1617575"/>
            <a:ext cx="2045700" cy="48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47" name="Google Shape;347;p35"/>
          <p:cNvSpPr txBox="1">
            <a:spLocks noGrp="1"/>
          </p:cNvSpPr>
          <p:nvPr>
            <p:ph type="subTitle" idx="1"/>
          </p:nvPr>
        </p:nvSpPr>
        <p:spPr>
          <a:xfrm>
            <a:off x="1164075" y="2151959"/>
            <a:ext cx="2045700" cy="99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48" name="Google Shape;348;p35"/>
          <p:cNvSpPr txBox="1">
            <a:spLocks noGrp="1"/>
          </p:cNvSpPr>
          <p:nvPr>
            <p:ph type="title" idx="3"/>
          </p:nvPr>
        </p:nvSpPr>
        <p:spPr>
          <a:xfrm>
            <a:off x="3549063" y="1617575"/>
            <a:ext cx="2045700" cy="48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49" name="Google Shape;349;p35"/>
          <p:cNvSpPr txBox="1">
            <a:spLocks noGrp="1"/>
          </p:cNvSpPr>
          <p:nvPr>
            <p:ph type="subTitle" idx="4"/>
          </p:nvPr>
        </p:nvSpPr>
        <p:spPr>
          <a:xfrm>
            <a:off x="3549150" y="2151959"/>
            <a:ext cx="2045700" cy="99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50" name="Google Shape;350;p35"/>
          <p:cNvSpPr txBox="1">
            <a:spLocks noGrp="1"/>
          </p:cNvSpPr>
          <p:nvPr>
            <p:ph type="title" idx="5"/>
          </p:nvPr>
        </p:nvSpPr>
        <p:spPr>
          <a:xfrm>
            <a:off x="5934100" y="1617575"/>
            <a:ext cx="2045700" cy="48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51" name="Google Shape;351;p35"/>
          <p:cNvSpPr txBox="1">
            <a:spLocks noGrp="1"/>
          </p:cNvSpPr>
          <p:nvPr>
            <p:ph type="subTitle" idx="6"/>
          </p:nvPr>
        </p:nvSpPr>
        <p:spPr>
          <a:xfrm>
            <a:off x="5934225" y="2151959"/>
            <a:ext cx="2045700" cy="99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52" name="Google Shape;352;p3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22"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6"/>
          <p:cNvSpPr/>
          <p:nvPr/>
        </p:nvSpPr>
        <p:spPr>
          <a:xfrm rot="10285629" flipH="1">
            <a:off x="-7063092" y="-2367548"/>
            <a:ext cx="9471588" cy="6049060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36"/>
          <p:cNvSpPr/>
          <p:nvPr/>
        </p:nvSpPr>
        <p:spPr>
          <a:xfrm>
            <a:off x="-4432130" y="1685938"/>
            <a:ext cx="5766771" cy="3682967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dk2">
              <a:alpha val="1285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36"/>
          <p:cNvSpPr/>
          <p:nvPr/>
        </p:nvSpPr>
        <p:spPr>
          <a:xfrm rot="-2839443" flipH="1">
            <a:off x="2550622" y="3252659"/>
            <a:ext cx="6402141" cy="5689181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36"/>
          <p:cNvSpPr/>
          <p:nvPr/>
        </p:nvSpPr>
        <p:spPr>
          <a:xfrm rot="-10305679" flipH="1">
            <a:off x="6458116" y="671626"/>
            <a:ext cx="7310080" cy="6849767"/>
          </a:xfrm>
          <a:custGeom>
            <a:avLst/>
            <a:gdLst/>
            <a:ahLst/>
            <a:cxnLst/>
            <a:rect l="l" t="t" r="r" b="b"/>
            <a:pathLst>
              <a:path w="93299" h="87424" extrusionOk="0">
                <a:moveTo>
                  <a:pt x="34162" y="1"/>
                </a:moveTo>
                <a:cubicBezTo>
                  <a:pt x="24245" y="1"/>
                  <a:pt x="25039" y="12520"/>
                  <a:pt x="13717" y="17147"/>
                </a:cubicBezTo>
                <a:cubicBezTo>
                  <a:pt x="1" y="22753"/>
                  <a:pt x="25599" y="33483"/>
                  <a:pt x="18923" y="50349"/>
                </a:cubicBezTo>
                <a:cubicBezTo>
                  <a:pt x="13077" y="65115"/>
                  <a:pt x="23069" y="87424"/>
                  <a:pt x="32143" y="87424"/>
                </a:cubicBezTo>
                <a:cubicBezTo>
                  <a:pt x="33432" y="87424"/>
                  <a:pt x="34703" y="86974"/>
                  <a:pt x="35906" y="85988"/>
                </a:cubicBezTo>
                <a:cubicBezTo>
                  <a:pt x="38841" y="83585"/>
                  <a:pt x="41192" y="82952"/>
                  <a:pt x="43240" y="82952"/>
                </a:cubicBezTo>
                <a:cubicBezTo>
                  <a:pt x="45526" y="82952"/>
                  <a:pt x="47435" y="83741"/>
                  <a:pt x="49356" y="83741"/>
                </a:cubicBezTo>
                <a:cubicBezTo>
                  <a:pt x="51391" y="83741"/>
                  <a:pt x="53441" y="82856"/>
                  <a:pt x="55968" y="79208"/>
                </a:cubicBezTo>
                <a:cubicBezTo>
                  <a:pt x="79663" y="45004"/>
                  <a:pt x="87416" y="44135"/>
                  <a:pt x="87416" y="44135"/>
                </a:cubicBezTo>
                <a:cubicBezTo>
                  <a:pt x="93298" y="21497"/>
                  <a:pt x="60858" y="9397"/>
                  <a:pt x="42111" y="1875"/>
                </a:cubicBezTo>
                <a:cubicBezTo>
                  <a:pt x="38838" y="561"/>
                  <a:pt x="36260" y="1"/>
                  <a:pt x="34162" y="1"/>
                </a:cubicBezTo>
                <a:close/>
              </a:path>
            </a:pathLst>
          </a:custGeom>
          <a:solidFill>
            <a:schemeClr val="accent3">
              <a:alpha val="3352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36"/>
          <p:cNvSpPr/>
          <p:nvPr/>
        </p:nvSpPr>
        <p:spPr>
          <a:xfrm rot="1478505" flipH="1">
            <a:off x="3777012" y="-1076247"/>
            <a:ext cx="7826136" cy="2877871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36"/>
          <p:cNvSpPr/>
          <p:nvPr/>
        </p:nvSpPr>
        <p:spPr>
          <a:xfrm rot="-9555841">
            <a:off x="-6505500" y="2494306"/>
            <a:ext cx="8200942" cy="3015697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36"/>
          <p:cNvSpPr txBox="1">
            <a:spLocks noGrp="1"/>
          </p:cNvSpPr>
          <p:nvPr>
            <p:ph type="title"/>
          </p:nvPr>
        </p:nvSpPr>
        <p:spPr>
          <a:xfrm>
            <a:off x="719925" y="437700"/>
            <a:ext cx="7704000" cy="65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61" name="Google Shape;361;p36"/>
          <p:cNvSpPr txBox="1">
            <a:spLocks noGrp="1"/>
          </p:cNvSpPr>
          <p:nvPr>
            <p:ph type="title" idx="2"/>
          </p:nvPr>
        </p:nvSpPr>
        <p:spPr>
          <a:xfrm>
            <a:off x="1164025" y="2912975"/>
            <a:ext cx="2045700" cy="48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62" name="Google Shape;362;p36"/>
          <p:cNvSpPr txBox="1">
            <a:spLocks noGrp="1"/>
          </p:cNvSpPr>
          <p:nvPr>
            <p:ph type="subTitle" idx="1"/>
          </p:nvPr>
        </p:nvSpPr>
        <p:spPr>
          <a:xfrm>
            <a:off x="1164075" y="3447359"/>
            <a:ext cx="2045700" cy="99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63" name="Google Shape;363;p36"/>
          <p:cNvSpPr txBox="1">
            <a:spLocks noGrp="1"/>
          </p:cNvSpPr>
          <p:nvPr>
            <p:ph type="title" idx="3"/>
          </p:nvPr>
        </p:nvSpPr>
        <p:spPr>
          <a:xfrm>
            <a:off x="3549063" y="2379575"/>
            <a:ext cx="2045700" cy="48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64" name="Google Shape;364;p36"/>
          <p:cNvSpPr txBox="1">
            <a:spLocks noGrp="1"/>
          </p:cNvSpPr>
          <p:nvPr>
            <p:ph type="subTitle" idx="4"/>
          </p:nvPr>
        </p:nvSpPr>
        <p:spPr>
          <a:xfrm>
            <a:off x="3549150" y="2913959"/>
            <a:ext cx="2045700" cy="99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65" name="Google Shape;365;p36"/>
          <p:cNvSpPr txBox="1">
            <a:spLocks noGrp="1"/>
          </p:cNvSpPr>
          <p:nvPr>
            <p:ph type="title" idx="5"/>
          </p:nvPr>
        </p:nvSpPr>
        <p:spPr>
          <a:xfrm>
            <a:off x="5934100" y="2912975"/>
            <a:ext cx="2045700" cy="48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66" name="Google Shape;366;p36"/>
          <p:cNvSpPr txBox="1">
            <a:spLocks noGrp="1"/>
          </p:cNvSpPr>
          <p:nvPr>
            <p:ph type="subTitle" idx="6"/>
          </p:nvPr>
        </p:nvSpPr>
        <p:spPr>
          <a:xfrm>
            <a:off x="5934225" y="3447359"/>
            <a:ext cx="2045700" cy="99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67" name="Google Shape;367;p3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CUSTOM_34"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7"/>
          <p:cNvSpPr txBox="1">
            <a:spLocks noGrp="1"/>
          </p:cNvSpPr>
          <p:nvPr>
            <p:ph type="title"/>
          </p:nvPr>
        </p:nvSpPr>
        <p:spPr>
          <a:xfrm>
            <a:off x="2077025" y="1518376"/>
            <a:ext cx="1815000" cy="48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70" name="Google Shape;370;p37"/>
          <p:cNvSpPr txBox="1">
            <a:spLocks noGrp="1"/>
          </p:cNvSpPr>
          <p:nvPr>
            <p:ph type="subTitle" idx="1"/>
          </p:nvPr>
        </p:nvSpPr>
        <p:spPr>
          <a:xfrm>
            <a:off x="2077175" y="2063201"/>
            <a:ext cx="5909100" cy="4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71" name="Google Shape;371;p37"/>
          <p:cNvSpPr txBox="1">
            <a:spLocks noGrp="1"/>
          </p:cNvSpPr>
          <p:nvPr>
            <p:ph type="title" idx="2"/>
          </p:nvPr>
        </p:nvSpPr>
        <p:spPr>
          <a:xfrm>
            <a:off x="2077027" y="2577126"/>
            <a:ext cx="1815000" cy="48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72" name="Google Shape;372;p37"/>
          <p:cNvSpPr txBox="1">
            <a:spLocks noGrp="1"/>
          </p:cNvSpPr>
          <p:nvPr>
            <p:ph type="subTitle" idx="3"/>
          </p:nvPr>
        </p:nvSpPr>
        <p:spPr>
          <a:xfrm>
            <a:off x="2077350" y="3121951"/>
            <a:ext cx="5908800" cy="4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73" name="Google Shape;373;p37"/>
          <p:cNvSpPr txBox="1">
            <a:spLocks noGrp="1"/>
          </p:cNvSpPr>
          <p:nvPr>
            <p:ph type="title" idx="4"/>
          </p:nvPr>
        </p:nvSpPr>
        <p:spPr>
          <a:xfrm>
            <a:off x="719925" y="437700"/>
            <a:ext cx="7704000" cy="65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74" name="Google Shape;374;p37"/>
          <p:cNvSpPr/>
          <p:nvPr/>
        </p:nvSpPr>
        <p:spPr>
          <a:xfrm rot="10285629" flipH="1">
            <a:off x="-6531342" y="-2121798"/>
            <a:ext cx="9471588" cy="6049060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37"/>
          <p:cNvSpPr/>
          <p:nvPr/>
        </p:nvSpPr>
        <p:spPr>
          <a:xfrm>
            <a:off x="-4516430" y="1004988"/>
            <a:ext cx="5766771" cy="3682967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dk2">
              <a:alpha val="1285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p37"/>
          <p:cNvSpPr/>
          <p:nvPr/>
        </p:nvSpPr>
        <p:spPr>
          <a:xfrm rot="-2839443" flipH="1">
            <a:off x="877472" y="3220259"/>
            <a:ext cx="6402141" cy="5689181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37"/>
          <p:cNvSpPr/>
          <p:nvPr/>
        </p:nvSpPr>
        <p:spPr>
          <a:xfrm rot="-10305679" flipH="1">
            <a:off x="6411091" y="301976"/>
            <a:ext cx="7310080" cy="6849767"/>
          </a:xfrm>
          <a:custGeom>
            <a:avLst/>
            <a:gdLst/>
            <a:ahLst/>
            <a:cxnLst/>
            <a:rect l="l" t="t" r="r" b="b"/>
            <a:pathLst>
              <a:path w="93299" h="87424" extrusionOk="0">
                <a:moveTo>
                  <a:pt x="34162" y="1"/>
                </a:moveTo>
                <a:cubicBezTo>
                  <a:pt x="24245" y="1"/>
                  <a:pt x="25039" y="12520"/>
                  <a:pt x="13717" y="17147"/>
                </a:cubicBezTo>
                <a:cubicBezTo>
                  <a:pt x="1" y="22753"/>
                  <a:pt x="25599" y="33483"/>
                  <a:pt x="18923" y="50349"/>
                </a:cubicBezTo>
                <a:cubicBezTo>
                  <a:pt x="13077" y="65115"/>
                  <a:pt x="23069" y="87424"/>
                  <a:pt x="32143" y="87424"/>
                </a:cubicBezTo>
                <a:cubicBezTo>
                  <a:pt x="33432" y="87424"/>
                  <a:pt x="34703" y="86974"/>
                  <a:pt x="35906" y="85988"/>
                </a:cubicBezTo>
                <a:cubicBezTo>
                  <a:pt x="38841" y="83585"/>
                  <a:pt x="41192" y="82952"/>
                  <a:pt x="43240" y="82952"/>
                </a:cubicBezTo>
                <a:cubicBezTo>
                  <a:pt x="45526" y="82952"/>
                  <a:pt x="47435" y="83741"/>
                  <a:pt x="49356" y="83741"/>
                </a:cubicBezTo>
                <a:cubicBezTo>
                  <a:pt x="51391" y="83741"/>
                  <a:pt x="53441" y="82856"/>
                  <a:pt x="55968" y="79208"/>
                </a:cubicBezTo>
                <a:cubicBezTo>
                  <a:pt x="79663" y="45004"/>
                  <a:pt x="87416" y="44135"/>
                  <a:pt x="87416" y="44135"/>
                </a:cubicBezTo>
                <a:cubicBezTo>
                  <a:pt x="93298" y="21497"/>
                  <a:pt x="60858" y="9397"/>
                  <a:pt x="42111" y="1875"/>
                </a:cubicBezTo>
                <a:cubicBezTo>
                  <a:pt x="38838" y="561"/>
                  <a:pt x="36260" y="1"/>
                  <a:pt x="34162" y="1"/>
                </a:cubicBezTo>
                <a:close/>
              </a:path>
            </a:pathLst>
          </a:custGeom>
          <a:solidFill>
            <a:schemeClr val="accent3">
              <a:alpha val="3352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37"/>
          <p:cNvSpPr/>
          <p:nvPr/>
        </p:nvSpPr>
        <p:spPr>
          <a:xfrm rot="3278516" flipH="1">
            <a:off x="4649136" y="-366101"/>
            <a:ext cx="7826271" cy="2877921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37"/>
          <p:cNvSpPr/>
          <p:nvPr/>
        </p:nvSpPr>
        <p:spPr>
          <a:xfrm rot="-9555841">
            <a:off x="-6466450" y="2570506"/>
            <a:ext cx="8200942" cy="3015697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37"/>
          <p:cNvSpPr txBox="1">
            <a:spLocks noGrp="1"/>
          </p:cNvSpPr>
          <p:nvPr>
            <p:ph type="title" idx="5"/>
          </p:nvPr>
        </p:nvSpPr>
        <p:spPr>
          <a:xfrm>
            <a:off x="2077027" y="3635876"/>
            <a:ext cx="1815000" cy="48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81" name="Google Shape;381;p37"/>
          <p:cNvSpPr txBox="1">
            <a:spLocks noGrp="1"/>
          </p:cNvSpPr>
          <p:nvPr>
            <p:ph type="subTitle" idx="6"/>
          </p:nvPr>
        </p:nvSpPr>
        <p:spPr>
          <a:xfrm>
            <a:off x="2077350" y="4180701"/>
            <a:ext cx="5908800" cy="4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82" name="Google Shape;382;p3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8"/>
          <p:cNvSpPr/>
          <p:nvPr/>
        </p:nvSpPr>
        <p:spPr>
          <a:xfrm rot="4102360" flipH="1">
            <a:off x="-2512533" y="4030635"/>
            <a:ext cx="7471578" cy="4771747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38"/>
          <p:cNvSpPr/>
          <p:nvPr/>
        </p:nvSpPr>
        <p:spPr>
          <a:xfrm rot="813319">
            <a:off x="-4129602" y="-1737023"/>
            <a:ext cx="6402109" cy="5689153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66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38"/>
          <p:cNvSpPr/>
          <p:nvPr/>
        </p:nvSpPr>
        <p:spPr>
          <a:xfrm rot="3394465" flipH="1">
            <a:off x="5593334" y="2171418"/>
            <a:ext cx="8703343" cy="5558223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2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38"/>
          <p:cNvSpPr/>
          <p:nvPr/>
        </p:nvSpPr>
        <p:spPr>
          <a:xfrm rot="-10285603">
            <a:off x="6336471" y="-2917283"/>
            <a:ext cx="7471761" cy="4771864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3">
              <a:alpha val="254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38"/>
          <p:cNvSpPr/>
          <p:nvPr/>
        </p:nvSpPr>
        <p:spPr>
          <a:xfrm rot="-2238616">
            <a:off x="-4635728" y="470344"/>
            <a:ext cx="7826078" cy="2877850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38"/>
          <p:cNvSpPr txBox="1">
            <a:spLocks noGrp="1"/>
          </p:cNvSpPr>
          <p:nvPr>
            <p:ph type="title"/>
          </p:nvPr>
        </p:nvSpPr>
        <p:spPr>
          <a:xfrm>
            <a:off x="5664001" y="1703625"/>
            <a:ext cx="2227200" cy="48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90" name="Google Shape;390;p38"/>
          <p:cNvSpPr txBox="1">
            <a:spLocks noGrp="1"/>
          </p:cNvSpPr>
          <p:nvPr>
            <p:ph type="subTitle" idx="1"/>
          </p:nvPr>
        </p:nvSpPr>
        <p:spPr>
          <a:xfrm>
            <a:off x="5664053" y="2135500"/>
            <a:ext cx="2508600" cy="6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91" name="Google Shape;391;p38"/>
          <p:cNvSpPr txBox="1">
            <a:spLocks noGrp="1"/>
          </p:cNvSpPr>
          <p:nvPr>
            <p:ph type="title" idx="2"/>
          </p:nvPr>
        </p:nvSpPr>
        <p:spPr>
          <a:xfrm>
            <a:off x="5664001" y="3198000"/>
            <a:ext cx="2227200" cy="48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92" name="Google Shape;392;p38"/>
          <p:cNvSpPr txBox="1">
            <a:spLocks noGrp="1"/>
          </p:cNvSpPr>
          <p:nvPr>
            <p:ph type="subTitle" idx="3"/>
          </p:nvPr>
        </p:nvSpPr>
        <p:spPr>
          <a:xfrm>
            <a:off x="5664025" y="3629875"/>
            <a:ext cx="2508600" cy="6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93" name="Google Shape;393;p38"/>
          <p:cNvSpPr txBox="1">
            <a:spLocks noGrp="1"/>
          </p:cNvSpPr>
          <p:nvPr>
            <p:ph type="title" idx="4"/>
          </p:nvPr>
        </p:nvSpPr>
        <p:spPr>
          <a:xfrm>
            <a:off x="1252726" y="1703625"/>
            <a:ext cx="2227200" cy="48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94" name="Google Shape;394;p38"/>
          <p:cNvSpPr txBox="1">
            <a:spLocks noGrp="1"/>
          </p:cNvSpPr>
          <p:nvPr>
            <p:ph type="subTitle" idx="5"/>
          </p:nvPr>
        </p:nvSpPr>
        <p:spPr>
          <a:xfrm>
            <a:off x="971503" y="2135500"/>
            <a:ext cx="2508600" cy="6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95" name="Google Shape;395;p38"/>
          <p:cNvSpPr txBox="1">
            <a:spLocks noGrp="1"/>
          </p:cNvSpPr>
          <p:nvPr>
            <p:ph type="title" idx="6"/>
          </p:nvPr>
        </p:nvSpPr>
        <p:spPr>
          <a:xfrm>
            <a:off x="1252726" y="3198000"/>
            <a:ext cx="2227200" cy="48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96" name="Google Shape;396;p38"/>
          <p:cNvSpPr txBox="1">
            <a:spLocks noGrp="1"/>
          </p:cNvSpPr>
          <p:nvPr>
            <p:ph type="subTitle" idx="7"/>
          </p:nvPr>
        </p:nvSpPr>
        <p:spPr>
          <a:xfrm>
            <a:off x="971475" y="3629875"/>
            <a:ext cx="2508600" cy="6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97" name="Google Shape;397;p38"/>
          <p:cNvSpPr txBox="1">
            <a:spLocks noGrp="1"/>
          </p:cNvSpPr>
          <p:nvPr>
            <p:ph type="title" idx="8"/>
          </p:nvPr>
        </p:nvSpPr>
        <p:spPr>
          <a:xfrm flipH="1">
            <a:off x="719925" y="437700"/>
            <a:ext cx="7704000" cy="65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98" name="Google Shape;398;p3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CUSTOM_5_1"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9"/>
          <p:cNvSpPr/>
          <p:nvPr/>
        </p:nvSpPr>
        <p:spPr>
          <a:xfrm rot="3394465" flipH="1">
            <a:off x="5593334" y="2171418"/>
            <a:ext cx="8703343" cy="5558223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2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39"/>
          <p:cNvSpPr/>
          <p:nvPr/>
        </p:nvSpPr>
        <p:spPr>
          <a:xfrm rot="-10285603">
            <a:off x="5869521" y="-2917283"/>
            <a:ext cx="7471761" cy="4771864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3">
              <a:alpha val="254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39"/>
          <p:cNvSpPr txBox="1">
            <a:spLocks noGrp="1"/>
          </p:cNvSpPr>
          <p:nvPr>
            <p:ph type="title"/>
          </p:nvPr>
        </p:nvSpPr>
        <p:spPr>
          <a:xfrm flipH="1">
            <a:off x="3993600" y="437700"/>
            <a:ext cx="4410900" cy="65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03" name="Google Shape;403;p39"/>
          <p:cNvSpPr txBox="1">
            <a:spLocks noGrp="1"/>
          </p:cNvSpPr>
          <p:nvPr>
            <p:ph type="title" idx="2"/>
          </p:nvPr>
        </p:nvSpPr>
        <p:spPr>
          <a:xfrm>
            <a:off x="4157088" y="2211700"/>
            <a:ext cx="1454400" cy="92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04" name="Google Shape;404;p39"/>
          <p:cNvSpPr txBox="1">
            <a:spLocks noGrp="1"/>
          </p:cNvSpPr>
          <p:nvPr>
            <p:ph type="subTitle" idx="1"/>
          </p:nvPr>
        </p:nvSpPr>
        <p:spPr>
          <a:xfrm>
            <a:off x="5964350" y="2211700"/>
            <a:ext cx="2440500" cy="92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405" name="Google Shape;405;p39"/>
          <p:cNvSpPr txBox="1">
            <a:spLocks noGrp="1"/>
          </p:cNvSpPr>
          <p:nvPr>
            <p:ph type="title" idx="3"/>
          </p:nvPr>
        </p:nvSpPr>
        <p:spPr>
          <a:xfrm>
            <a:off x="4157088" y="3465525"/>
            <a:ext cx="1454400" cy="92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06" name="Google Shape;406;p39"/>
          <p:cNvSpPr txBox="1">
            <a:spLocks noGrp="1"/>
          </p:cNvSpPr>
          <p:nvPr>
            <p:ph type="subTitle" idx="4"/>
          </p:nvPr>
        </p:nvSpPr>
        <p:spPr>
          <a:xfrm>
            <a:off x="5964350" y="3465525"/>
            <a:ext cx="2440500" cy="92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407" name="Google Shape;407;p3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2">
  <p:cSld name="CUSTOM_24"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40"/>
          <p:cNvSpPr/>
          <p:nvPr/>
        </p:nvSpPr>
        <p:spPr>
          <a:xfrm rot="-4102360">
            <a:off x="4113422" y="4765435"/>
            <a:ext cx="7471578" cy="4771747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40"/>
          <p:cNvSpPr/>
          <p:nvPr/>
        </p:nvSpPr>
        <p:spPr>
          <a:xfrm rot="-813319" flipH="1">
            <a:off x="7043160" y="-1608948"/>
            <a:ext cx="6402109" cy="5689153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66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40"/>
          <p:cNvSpPr/>
          <p:nvPr/>
        </p:nvSpPr>
        <p:spPr>
          <a:xfrm rot="-3394465">
            <a:off x="-4084285" y="3360168"/>
            <a:ext cx="8703343" cy="5558223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2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40"/>
          <p:cNvSpPr/>
          <p:nvPr/>
        </p:nvSpPr>
        <p:spPr>
          <a:xfrm rot="10285603" flipH="1">
            <a:off x="-4881689" y="-1508408"/>
            <a:ext cx="7471761" cy="4771864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3">
              <a:alpha val="254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40"/>
          <p:cNvSpPr/>
          <p:nvPr/>
        </p:nvSpPr>
        <p:spPr>
          <a:xfrm rot="6738480" flipH="1">
            <a:off x="5484634" y="1473878"/>
            <a:ext cx="7826261" cy="2877917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40"/>
          <p:cNvSpPr txBox="1">
            <a:spLocks noGrp="1"/>
          </p:cNvSpPr>
          <p:nvPr>
            <p:ph type="title"/>
          </p:nvPr>
        </p:nvSpPr>
        <p:spPr>
          <a:xfrm>
            <a:off x="4633263" y="2692525"/>
            <a:ext cx="1788600" cy="48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15" name="Google Shape;415;p40"/>
          <p:cNvSpPr txBox="1">
            <a:spLocks noGrp="1"/>
          </p:cNvSpPr>
          <p:nvPr>
            <p:ph type="subTitle" idx="1"/>
          </p:nvPr>
        </p:nvSpPr>
        <p:spPr>
          <a:xfrm>
            <a:off x="4633297" y="3124400"/>
            <a:ext cx="1788600" cy="84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416" name="Google Shape;416;p40"/>
          <p:cNvSpPr txBox="1">
            <a:spLocks noGrp="1"/>
          </p:cNvSpPr>
          <p:nvPr>
            <p:ph type="title" idx="2"/>
          </p:nvPr>
        </p:nvSpPr>
        <p:spPr>
          <a:xfrm>
            <a:off x="6544613" y="2692525"/>
            <a:ext cx="1788600" cy="48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17" name="Google Shape;417;p40"/>
          <p:cNvSpPr txBox="1">
            <a:spLocks noGrp="1"/>
          </p:cNvSpPr>
          <p:nvPr>
            <p:ph type="subTitle" idx="3"/>
          </p:nvPr>
        </p:nvSpPr>
        <p:spPr>
          <a:xfrm>
            <a:off x="6544625" y="3124400"/>
            <a:ext cx="1788600" cy="84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418" name="Google Shape;418;p40"/>
          <p:cNvSpPr txBox="1">
            <a:spLocks noGrp="1"/>
          </p:cNvSpPr>
          <p:nvPr>
            <p:ph type="title" idx="4"/>
          </p:nvPr>
        </p:nvSpPr>
        <p:spPr>
          <a:xfrm>
            <a:off x="2721863" y="2692525"/>
            <a:ext cx="1788600" cy="48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19" name="Google Shape;419;p40"/>
          <p:cNvSpPr txBox="1">
            <a:spLocks noGrp="1"/>
          </p:cNvSpPr>
          <p:nvPr>
            <p:ph type="subTitle" idx="5"/>
          </p:nvPr>
        </p:nvSpPr>
        <p:spPr>
          <a:xfrm>
            <a:off x="2722019" y="3124400"/>
            <a:ext cx="1788600" cy="84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420" name="Google Shape;420;p40"/>
          <p:cNvSpPr txBox="1">
            <a:spLocks noGrp="1"/>
          </p:cNvSpPr>
          <p:nvPr>
            <p:ph type="title" idx="6"/>
          </p:nvPr>
        </p:nvSpPr>
        <p:spPr>
          <a:xfrm>
            <a:off x="810613" y="2692525"/>
            <a:ext cx="1788600" cy="48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21" name="Google Shape;421;p40"/>
          <p:cNvSpPr txBox="1">
            <a:spLocks noGrp="1"/>
          </p:cNvSpPr>
          <p:nvPr>
            <p:ph type="subTitle" idx="7"/>
          </p:nvPr>
        </p:nvSpPr>
        <p:spPr>
          <a:xfrm>
            <a:off x="810750" y="3124400"/>
            <a:ext cx="1788600" cy="84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422" name="Google Shape;422;p40"/>
          <p:cNvSpPr txBox="1">
            <a:spLocks noGrp="1"/>
          </p:cNvSpPr>
          <p:nvPr>
            <p:ph type="title" idx="8"/>
          </p:nvPr>
        </p:nvSpPr>
        <p:spPr>
          <a:xfrm flipH="1">
            <a:off x="719925" y="437700"/>
            <a:ext cx="7704000" cy="65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23" name="Google Shape;423;p4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41"/>
          <p:cNvSpPr/>
          <p:nvPr/>
        </p:nvSpPr>
        <p:spPr>
          <a:xfrm rot="-10285629">
            <a:off x="6057524" y="-2124373"/>
            <a:ext cx="9471588" cy="6049060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41"/>
          <p:cNvSpPr/>
          <p:nvPr/>
        </p:nvSpPr>
        <p:spPr>
          <a:xfrm flipH="1">
            <a:off x="7942003" y="1004988"/>
            <a:ext cx="5766771" cy="3682967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dk2">
              <a:alpha val="1285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p41"/>
          <p:cNvSpPr/>
          <p:nvPr/>
        </p:nvSpPr>
        <p:spPr>
          <a:xfrm rot="2839443">
            <a:off x="-308418" y="2442034"/>
            <a:ext cx="6402141" cy="5689181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p41"/>
          <p:cNvSpPr/>
          <p:nvPr/>
        </p:nvSpPr>
        <p:spPr>
          <a:xfrm rot="9405665">
            <a:off x="-5036390" y="1932081"/>
            <a:ext cx="7310152" cy="6849835"/>
          </a:xfrm>
          <a:custGeom>
            <a:avLst/>
            <a:gdLst/>
            <a:ahLst/>
            <a:cxnLst/>
            <a:rect l="l" t="t" r="r" b="b"/>
            <a:pathLst>
              <a:path w="93299" h="87424" extrusionOk="0">
                <a:moveTo>
                  <a:pt x="34162" y="1"/>
                </a:moveTo>
                <a:cubicBezTo>
                  <a:pt x="24245" y="1"/>
                  <a:pt x="25039" y="12520"/>
                  <a:pt x="13717" y="17147"/>
                </a:cubicBezTo>
                <a:cubicBezTo>
                  <a:pt x="1" y="22753"/>
                  <a:pt x="25599" y="33483"/>
                  <a:pt x="18923" y="50349"/>
                </a:cubicBezTo>
                <a:cubicBezTo>
                  <a:pt x="13077" y="65115"/>
                  <a:pt x="23069" y="87424"/>
                  <a:pt x="32143" y="87424"/>
                </a:cubicBezTo>
                <a:cubicBezTo>
                  <a:pt x="33432" y="87424"/>
                  <a:pt x="34703" y="86974"/>
                  <a:pt x="35906" y="85988"/>
                </a:cubicBezTo>
                <a:cubicBezTo>
                  <a:pt x="38841" y="83585"/>
                  <a:pt x="41192" y="82952"/>
                  <a:pt x="43240" y="82952"/>
                </a:cubicBezTo>
                <a:cubicBezTo>
                  <a:pt x="45526" y="82952"/>
                  <a:pt x="47435" y="83741"/>
                  <a:pt x="49356" y="83741"/>
                </a:cubicBezTo>
                <a:cubicBezTo>
                  <a:pt x="51391" y="83741"/>
                  <a:pt x="53441" y="82856"/>
                  <a:pt x="55968" y="79208"/>
                </a:cubicBezTo>
                <a:cubicBezTo>
                  <a:pt x="79663" y="45004"/>
                  <a:pt x="87416" y="44135"/>
                  <a:pt x="87416" y="44135"/>
                </a:cubicBezTo>
                <a:cubicBezTo>
                  <a:pt x="93298" y="21497"/>
                  <a:pt x="60858" y="9397"/>
                  <a:pt x="42111" y="1875"/>
                </a:cubicBezTo>
                <a:cubicBezTo>
                  <a:pt x="38838" y="561"/>
                  <a:pt x="36260" y="1"/>
                  <a:pt x="34162" y="1"/>
                </a:cubicBezTo>
                <a:close/>
              </a:path>
            </a:pathLst>
          </a:custGeom>
          <a:solidFill>
            <a:schemeClr val="accent3">
              <a:alpha val="3352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41"/>
          <p:cNvSpPr/>
          <p:nvPr/>
        </p:nvSpPr>
        <p:spPr>
          <a:xfrm rot="-1478505">
            <a:off x="-435239" y="-2304911"/>
            <a:ext cx="7826136" cy="2877871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41"/>
          <p:cNvSpPr/>
          <p:nvPr/>
        </p:nvSpPr>
        <p:spPr>
          <a:xfrm rot="9555841" flipH="1">
            <a:off x="8042252" y="1808506"/>
            <a:ext cx="8200942" cy="3015697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41"/>
          <p:cNvSpPr txBox="1">
            <a:spLocks noGrp="1"/>
          </p:cNvSpPr>
          <p:nvPr>
            <p:ph type="title"/>
          </p:nvPr>
        </p:nvSpPr>
        <p:spPr>
          <a:xfrm>
            <a:off x="1465625" y="1627425"/>
            <a:ext cx="2746500" cy="46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32" name="Google Shape;432;p41"/>
          <p:cNvSpPr txBox="1">
            <a:spLocks noGrp="1"/>
          </p:cNvSpPr>
          <p:nvPr>
            <p:ph type="subTitle" idx="1"/>
          </p:nvPr>
        </p:nvSpPr>
        <p:spPr>
          <a:xfrm>
            <a:off x="1465675" y="2087600"/>
            <a:ext cx="2746500" cy="46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433" name="Google Shape;433;p41"/>
          <p:cNvSpPr txBox="1">
            <a:spLocks noGrp="1"/>
          </p:cNvSpPr>
          <p:nvPr>
            <p:ph type="title" idx="2"/>
          </p:nvPr>
        </p:nvSpPr>
        <p:spPr>
          <a:xfrm>
            <a:off x="1465625" y="2665450"/>
            <a:ext cx="2746500" cy="46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34" name="Google Shape;434;p41"/>
          <p:cNvSpPr txBox="1">
            <a:spLocks noGrp="1"/>
          </p:cNvSpPr>
          <p:nvPr>
            <p:ph type="subTitle" idx="3"/>
          </p:nvPr>
        </p:nvSpPr>
        <p:spPr>
          <a:xfrm>
            <a:off x="1465675" y="3124625"/>
            <a:ext cx="2746500" cy="46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435" name="Google Shape;435;p41"/>
          <p:cNvSpPr txBox="1">
            <a:spLocks noGrp="1"/>
          </p:cNvSpPr>
          <p:nvPr>
            <p:ph type="title" idx="4"/>
          </p:nvPr>
        </p:nvSpPr>
        <p:spPr>
          <a:xfrm>
            <a:off x="1465625" y="3703475"/>
            <a:ext cx="2746500" cy="46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36" name="Google Shape;436;p41"/>
          <p:cNvSpPr txBox="1">
            <a:spLocks noGrp="1"/>
          </p:cNvSpPr>
          <p:nvPr>
            <p:ph type="subTitle" idx="5"/>
          </p:nvPr>
        </p:nvSpPr>
        <p:spPr>
          <a:xfrm>
            <a:off x="1465675" y="4162650"/>
            <a:ext cx="2746500" cy="46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437" name="Google Shape;437;p41"/>
          <p:cNvSpPr txBox="1">
            <a:spLocks noGrp="1"/>
          </p:cNvSpPr>
          <p:nvPr>
            <p:ph type="title" idx="6"/>
          </p:nvPr>
        </p:nvSpPr>
        <p:spPr>
          <a:xfrm>
            <a:off x="5348850" y="1627425"/>
            <a:ext cx="2746500" cy="46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38" name="Google Shape;438;p41"/>
          <p:cNvSpPr txBox="1">
            <a:spLocks noGrp="1"/>
          </p:cNvSpPr>
          <p:nvPr>
            <p:ph type="subTitle" idx="7"/>
          </p:nvPr>
        </p:nvSpPr>
        <p:spPr>
          <a:xfrm>
            <a:off x="5348900" y="2087600"/>
            <a:ext cx="2746500" cy="46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439" name="Google Shape;439;p41"/>
          <p:cNvSpPr txBox="1">
            <a:spLocks noGrp="1"/>
          </p:cNvSpPr>
          <p:nvPr>
            <p:ph type="title" idx="8"/>
          </p:nvPr>
        </p:nvSpPr>
        <p:spPr>
          <a:xfrm>
            <a:off x="5348850" y="2665450"/>
            <a:ext cx="2746500" cy="46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40" name="Google Shape;440;p41"/>
          <p:cNvSpPr txBox="1">
            <a:spLocks noGrp="1"/>
          </p:cNvSpPr>
          <p:nvPr>
            <p:ph type="subTitle" idx="9"/>
          </p:nvPr>
        </p:nvSpPr>
        <p:spPr>
          <a:xfrm>
            <a:off x="5348900" y="3124625"/>
            <a:ext cx="2746500" cy="46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441" name="Google Shape;441;p41"/>
          <p:cNvSpPr txBox="1">
            <a:spLocks noGrp="1"/>
          </p:cNvSpPr>
          <p:nvPr>
            <p:ph type="title" idx="13"/>
          </p:nvPr>
        </p:nvSpPr>
        <p:spPr>
          <a:xfrm>
            <a:off x="5348850" y="3703475"/>
            <a:ext cx="2746500" cy="46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42" name="Google Shape;442;p41"/>
          <p:cNvSpPr txBox="1">
            <a:spLocks noGrp="1"/>
          </p:cNvSpPr>
          <p:nvPr>
            <p:ph type="subTitle" idx="14"/>
          </p:nvPr>
        </p:nvSpPr>
        <p:spPr>
          <a:xfrm>
            <a:off x="5348900" y="4162650"/>
            <a:ext cx="2746500" cy="46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443" name="Google Shape;443;p41"/>
          <p:cNvSpPr txBox="1">
            <a:spLocks noGrp="1"/>
          </p:cNvSpPr>
          <p:nvPr>
            <p:ph type="title" idx="15"/>
          </p:nvPr>
        </p:nvSpPr>
        <p:spPr>
          <a:xfrm>
            <a:off x="719925" y="437700"/>
            <a:ext cx="7704000" cy="65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44" name="Google Shape;444;p4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 1">
  <p:cSld name="CUSTOM_7_1"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42"/>
          <p:cNvSpPr/>
          <p:nvPr/>
        </p:nvSpPr>
        <p:spPr>
          <a:xfrm rot="9339447" flipH="1">
            <a:off x="-5157706" y="2195120"/>
            <a:ext cx="7471555" cy="4771732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" name="Google Shape;447;p42"/>
          <p:cNvSpPr/>
          <p:nvPr/>
        </p:nvSpPr>
        <p:spPr>
          <a:xfrm rot="-10285603">
            <a:off x="7150321" y="-2266383"/>
            <a:ext cx="7471761" cy="4771864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42"/>
          <p:cNvSpPr/>
          <p:nvPr/>
        </p:nvSpPr>
        <p:spPr>
          <a:xfrm rot="649785">
            <a:off x="6848027" y="-244025"/>
            <a:ext cx="4558897" cy="1365861"/>
          </a:xfrm>
          <a:custGeom>
            <a:avLst/>
            <a:gdLst/>
            <a:ahLst/>
            <a:cxnLst/>
            <a:rect l="l" t="t" r="r" b="b"/>
            <a:pathLst>
              <a:path w="49165" h="14730" extrusionOk="0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rgbClr val="AC9078">
              <a:alpha val="128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9" name="Google Shape;449;p42"/>
          <p:cNvSpPr/>
          <p:nvPr/>
        </p:nvSpPr>
        <p:spPr>
          <a:xfrm rot="813319">
            <a:off x="-4299402" y="-4717523"/>
            <a:ext cx="6402109" cy="5689153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0" name="Google Shape;450;p42"/>
          <p:cNvSpPr/>
          <p:nvPr/>
        </p:nvSpPr>
        <p:spPr>
          <a:xfrm rot="9089871">
            <a:off x="7049951" y="1893780"/>
            <a:ext cx="7826200" cy="2877895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1" name="Google Shape;451;p42"/>
          <p:cNvSpPr/>
          <p:nvPr/>
        </p:nvSpPr>
        <p:spPr>
          <a:xfrm rot="-576017">
            <a:off x="-4825529" y="-672274"/>
            <a:ext cx="7826074" cy="2877848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2" name="Google Shape;452;p42"/>
          <p:cNvSpPr txBox="1">
            <a:spLocks noGrp="1"/>
          </p:cNvSpPr>
          <p:nvPr>
            <p:ph type="title"/>
          </p:nvPr>
        </p:nvSpPr>
        <p:spPr>
          <a:xfrm>
            <a:off x="721076" y="1932225"/>
            <a:ext cx="2227200" cy="48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53" name="Google Shape;453;p42"/>
          <p:cNvSpPr txBox="1">
            <a:spLocks noGrp="1"/>
          </p:cNvSpPr>
          <p:nvPr>
            <p:ph type="subTitle" idx="1"/>
          </p:nvPr>
        </p:nvSpPr>
        <p:spPr>
          <a:xfrm>
            <a:off x="721125" y="2287900"/>
            <a:ext cx="2227200" cy="6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454" name="Google Shape;454;p42"/>
          <p:cNvSpPr txBox="1">
            <a:spLocks noGrp="1"/>
          </p:cNvSpPr>
          <p:nvPr>
            <p:ph type="title" idx="2"/>
          </p:nvPr>
        </p:nvSpPr>
        <p:spPr>
          <a:xfrm>
            <a:off x="721076" y="3841025"/>
            <a:ext cx="2227200" cy="48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55" name="Google Shape;455;p42"/>
          <p:cNvSpPr txBox="1">
            <a:spLocks noGrp="1"/>
          </p:cNvSpPr>
          <p:nvPr>
            <p:ph type="subTitle" idx="3"/>
          </p:nvPr>
        </p:nvSpPr>
        <p:spPr>
          <a:xfrm>
            <a:off x="721100" y="4196700"/>
            <a:ext cx="2227200" cy="6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456" name="Google Shape;456;p42"/>
          <p:cNvSpPr txBox="1">
            <a:spLocks noGrp="1"/>
          </p:cNvSpPr>
          <p:nvPr>
            <p:ph type="title" idx="4"/>
          </p:nvPr>
        </p:nvSpPr>
        <p:spPr>
          <a:xfrm>
            <a:off x="3458376" y="1932225"/>
            <a:ext cx="2227200" cy="48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57" name="Google Shape;457;p42"/>
          <p:cNvSpPr txBox="1">
            <a:spLocks noGrp="1"/>
          </p:cNvSpPr>
          <p:nvPr>
            <p:ph type="subTitle" idx="5"/>
          </p:nvPr>
        </p:nvSpPr>
        <p:spPr>
          <a:xfrm>
            <a:off x="3458425" y="2287900"/>
            <a:ext cx="2227200" cy="6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458" name="Google Shape;458;p42"/>
          <p:cNvSpPr txBox="1">
            <a:spLocks noGrp="1"/>
          </p:cNvSpPr>
          <p:nvPr>
            <p:ph type="title" idx="6"/>
          </p:nvPr>
        </p:nvSpPr>
        <p:spPr>
          <a:xfrm>
            <a:off x="3458376" y="3841025"/>
            <a:ext cx="2227200" cy="48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59" name="Google Shape;459;p42"/>
          <p:cNvSpPr txBox="1">
            <a:spLocks noGrp="1"/>
          </p:cNvSpPr>
          <p:nvPr>
            <p:ph type="subTitle" idx="7"/>
          </p:nvPr>
        </p:nvSpPr>
        <p:spPr>
          <a:xfrm>
            <a:off x="3458400" y="4196700"/>
            <a:ext cx="2227200" cy="6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460" name="Google Shape;460;p42"/>
          <p:cNvSpPr txBox="1">
            <a:spLocks noGrp="1"/>
          </p:cNvSpPr>
          <p:nvPr>
            <p:ph type="title" idx="8"/>
          </p:nvPr>
        </p:nvSpPr>
        <p:spPr>
          <a:xfrm>
            <a:off x="6195726" y="1932225"/>
            <a:ext cx="2227200" cy="48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61" name="Google Shape;461;p42"/>
          <p:cNvSpPr txBox="1">
            <a:spLocks noGrp="1"/>
          </p:cNvSpPr>
          <p:nvPr>
            <p:ph type="subTitle" idx="9"/>
          </p:nvPr>
        </p:nvSpPr>
        <p:spPr>
          <a:xfrm>
            <a:off x="6195775" y="2287900"/>
            <a:ext cx="2227200" cy="6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462" name="Google Shape;462;p42"/>
          <p:cNvSpPr txBox="1">
            <a:spLocks noGrp="1"/>
          </p:cNvSpPr>
          <p:nvPr>
            <p:ph type="title" idx="13"/>
          </p:nvPr>
        </p:nvSpPr>
        <p:spPr>
          <a:xfrm>
            <a:off x="6195726" y="3841025"/>
            <a:ext cx="2227200" cy="48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63" name="Google Shape;463;p42"/>
          <p:cNvSpPr txBox="1">
            <a:spLocks noGrp="1"/>
          </p:cNvSpPr>
          <p:nvPr>
            <p:ph type="subTitle" idx="14"/>
          </p:nvPr>
        </p:nvSpPr>
        <p:spPr>
          <a:xfrm>
            <a:off x="6195750" y="4196700"/>
            <a:ext cx="2227200" cy="6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464" name="Google Shape;464;p42"/>
          <p:cNvSpPr txBox="1">
            <a:spLocks noGrp="1"/>
          </p:cNvSpPr>
          <p:nvPr>
            <p:ph type="title" idx="15"/>
          </p:nvPr>
        </p:nvSpPr>
        <p:spPr>
          <a:xfrm flipH="1">
            <a:off x="719925" y="437700"/>
            <a:ext cx="7704000" cy="65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65" name="Google Shape;465;p4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 2">
  <p:cSld name="CUSTOM_27"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43"/>
          <p:cNvSpPr/>
          <p:nvPr/>
        </p:nvSpPr>
        <p:spPr>
          <a:xfrm rot="-9339447">
            <a:off x="6847042" y="2970420"/>
            <a:ext cx="7471555" cy="4771732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43"/>
          <p:cNvSpPr/>
          <p:nvPr/>
        </p:nvSpPr>
        <p:spPr>
          <a:xfrm rot="10285603" flipH="1">
            <a:off x="-5277715" y="-2464108"/>
            <a:ext cx="7471761" cy="4771864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43"/>
          <p:cNvSpPr/>
          <p:nvPr/>
        </p:nvSpPr>
        <p:spPr>
          <a:xfrm rot="-649785" flipH="1">
            <a:off x="-4089159" y="1056050"/>
            <a:ext cx="4558897" cy="1365861"/>
          </a:xfrm>
          <a:custGeom>
            <a:avLst/>
            <a:gdLst/>
            <a:ahLst/>
            <a:cxnLst/>
            <a:rect l="l" t="t" r="r" b="b"/>
            <a:pathLst>
              <a:path w="49165" h="14730" extrusionOk="0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rgbClr val="AC9078">
              <a:alpha val="128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43"/>
          <p:cNvSpPr/>
          <p:nvPr/>
        </p:nvSpPr>
        <p:spPr>
          <a:xfrm rot="-813319" flipH="1">
            <a:off x="7695609" y="-3522173"/>
            <a:ext cx="6402109" cy="5689153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p43"/>
          <p:cNvSpPr/>
          <p:nvPr/>
        </p:nvSpPr>
        <p:spPr>
          <a:xfrm rot="-9089871" flipH="1">
            <a:off x="-5596635" y="1893780"/>
            <a:ext cx="7826200" cy="2877895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2" name="Google Shape;472;p43"/>
          <p:cNvSpPr/>
          <p:nvPr/>
        </p:nvSpPr>
        <p:spPr>
          <a:xfrm rot="1476017" flipH="1">
            <a:off x="6812373" y="775527"/>
            <a:ext cx="7826071" cy="2877848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p43"/>
          <p:cNvSpPr txBox="1">
            <a:spLocks noGrp="1"/>
          </p:cNvSpPr>
          <p:nvPr>
            <p:ph type="title"/>
          </p:nvPr>
        </p:nvSpPr>
        <p:spPr>
          <a:xfrm>
            <a:off x="1242888" y="1932225"/>
            <a:ext cx="1874700" cy="48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74" name="Google Shape;474;p43"/>
          <p:cNvSpPr txBox="1">
            <a:spLocks noGrp="1"/>
          </p:cNvSpPr>
          <p:nvPr>
            <p:ph type="subTitle" idx="1"/>
          </p:nvPr>
        </p:nvSpPr>
        <p:spPr>
          <a:xfrm>
            <a:off x="1242930" y="2287900"/>
            <a:ext cx="1874700" cy="6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475" name="Google Shape;475;p43"/>
          <p:cNvSpPr txBox="1">
            <a:spLocks noGrp="1"/>
          </p:cNvSpPr>
          <p:nvPr>
            <p:ph type="title" idx="2"/>
          </p:nvPr>
        </p:nvSpPr>
        <p:spPr>
          <a:xfrm>
            <a:off x="1242889" y="3588576"/>
            <a:ext cx="1874700" cy="48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76" name="Google Shape;476;p43"/>
          <p:cNvSpPr txBox="1">
            <a:spLocks noGrp="1"/>
          </p:cNvSpPr>
          <p:nvPr>
            <p:ph type="subTitle" idx="3"/>
          </p:nvPr>
        </p:nvSpPr>
        <p:spPr>
          <a:xfrm>
            <a:off x="1242909" y="3944251"/>
            <a:ext cx="1874700" cy="6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477" name="Google Shape;477;p43"/>
          <p:cNvSpPr txBox="1">
            <a:spLocks noGrp="1"/>
          </p:cNvSpPr>
          <p:nvPr>
            <p:ph type="title" idx="4"/>
          </p:nvPr>
        </p:nvSpPr>
        <p:spPr>
          <a:xfrm>
            <a:off x="3973163" y="1932225"/>
            <a:ext cx="1874700" cy="48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78" name="Google Shape;478;p43"/>
          <p:cNvSpPr txBox="1">
            <a:spLocks noGrp="1"/>
          </p:cNvSpPr>
          <p:nvPr>
            <p:ph type="subTitle" idx="5"/>
          </p:nvPr>
        </p:nvSpPr>
        <p:spPr>
          <a:xfrm>
            <a:off x="3973205" y="2287900"/>
            <a:ext cx="1874700" cy="6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479" name="Google Shape;479;p43"/>
          <p:cNvSpPr txBox="1">
            <a:spLocks noGrp="1"/>
          </p:cNvSpPr>
          <p:nvPr>
            <p:ph type="title" idx="6"/>
          </p:nvPr>
        </p:nvSpPr>
        <p:spPr>
          <a:xfrm>
            <a:off x="3973164" y="3588576"/>
            <a:ext cx="1874700" cy="48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80" name="Google Shape;480;p43"/>
          <p:cNvSpPr txBox="1">
            <a:spLocks noGrp="1"/>
          </p:cNvSpPr>
          <p:nvPr>
            <p:ph type="subTitle" idx="7"/>
          </p:nvPr>
        </p:nvSpPr>
        <p:spPr>
          <a:xfrm>
            <a:off x="3973184" y="3944251"/>
            <a:ext cx="1874700" cy="6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481" name="Google Shape;481;p43"/>
          <p:cNvSpPr txBox="1">
            <a:spLocks noGrp="1"/>
          </p:cNvSpPr>
          <p:nvPr>
            <p:ph type="title" idx="8"/>
          </p:nvPr>
        </p:nvSpPr>
        <p:spPr>
          <a:xfrm>
            <a:off x="6703489" y="1932225"/>
            <a:ext cx="1874700" cy="48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82" name="Google Shape;482;p43"/>
          <p:cNvSpPr txBox="1">
            <a:spLocks noGrp="1"/>
          </p:cNvSpPr>
          <p:nvPr>
            <p:ph type="subTitle" idx="9"/>
          </p:nvPr>
        </p:nvSpPr>
        <p:spPr>
          <a:xfrm>
            <a:off x="6703530" y="2287900"/>
            <a:ext cx="1874700" cy="6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483" name="Google Shape;483;p43"/>
          <p:cNvSpPr txBox="1">
            <a:spLocks noGrp="1"/>
          </p:cNvSpPr>
          <p:nvPr>
            <p:ph type="title" idx="13"/>
          </p:nvPr>
        </p:nvSpPr>
        <p:spPr>
          <a:xfrm>
            <a:off x="6703489" y="3588576"/>
            <a:ext cx="1874700" cy="48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84" name="Google Shape;484;p43"/>
          <p:cNvSpPr txBox="1">
            <a:spLocks noGrp="1"/>
          </p:cNvSpPr>
          <p:nvPr>
            <p:ph type="subTitle" idx="14"/>
          </p:nvPr>
        </p:nvSpPr>
        <p:spPr>
          <a:xfrm>
            <a:off x="6703509" y="3944251"/>
            <a:ext cx="1874700" cy="6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485" name="Google Shape;485;p43"/>
          <p:cNvSpPr txBox="1">
            <a:spLocks noGrp="1"/>
          </p:cNvSpPr>
          <p:nvPr>
            <p:ph type="title" idx="15"/>
          </p:nvPr>
        </p:nvSpPr>
        <p:spPr>
          <a:xfrm flipH="1">
            <a:off x="719925" y="437700"/>
            <a:ext cx="7704000" cy="65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86" name="Google Shape;486;p4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44"/>
          <p:cNvSpPr/>
          <p:nvPr/>
        </p:nvSpPr>
        <p:spPr>
          <a:xfrm rot="813319">
            <a:off x="-2477752" y="-3074323"/>
            <a:ext cx="6402109" cy="5689153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9" name="Google Shape;489;p44"/>
          <p:cNvSpPr/>
          <p:nvPr/>
        </p:nvSpPr>
        <p:spPr>
          <a:xfrm rot="3394465" flipH="1">
            <a:off x="3077084" y="3433218"/>
            <a:ext cx="8703343" cy="5558223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Google Shape;490;p44"/>
          <p:cNvSpPr/>
          <p:nvPr/>
        </p:nvSpPr>
        <p:spPr>
          <a:xfrm>
            <a:off x="5315177" y="-1243497"/>
            <a:ext cx="7065492" cy="5396392"/>
          </a:xfrm>
          <a:custGeom>
            <a:avLst/>
            <a:gdLst/>
            <a:ahLst/>
            <a:cxnLst/>
            <a:rect l="l" t="t" r="r" b="b"/>
            <a:pathLst>
              <a:path w="38799" h="29633" extrusionOk="0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4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1" name="Google Shape;491;p44"/>
          <p:cNvSpPr/>
          <p:nvPr/>
        </p:nvSpPr>
        <p:spPr>
          <a:xfrm rot="3406877">
            <a:off x="3098060" y="-32126"/>
            <a:ext cx="7826090" cy="2877855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44"/>
          <p:cNvSpPr/>
          <p:nvPr/>
        </p:nvSpPr>
        <p:spPr>
          <a:xfrm rot="-649760" flipH="1">
            <a:off x="7075142" y="-713258"/>
            <a:ext cx="4974484" cy="1490372"/>
          </a:xfrm>
          <a:custGeom>
            <a:avLst/>
            <a:gdLst/>
            <a:ahLst/>
            <a:cxnLst/>
            <a:rect l="l" t="t" r="r" b="b"/>
            <a:pathLst>
              <a:path w="49165" h="14730" extrusionOk="0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3">
              <a:alpha val="3464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" name="Google Shape;493;p44"/>
          <p:cNvSpPr/>
          <p:nvPr/>
        </p:nvSpPr>
        <p:spPr>
          <a:xfrm rot="-10285603">
            <a:off x="-4701904" y="2889692"/>
            <a:ext cx="7471761" cy="4771864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44"/>
          <p:cNvSpPr txBox="1">
            <a:spLocks noGrp="1"/>
          </p:cNvSpPr>
          <p:nvPr>
            <p:ph type="title" hasCustomPrompt="1"/>
          </p:nvPr>
        </p:nvSpPr>
        <p:spPr>
          <a:xfrm>
            <a:off x="723300" y="751975"/>
            <a:ext cx="4696800" cy="132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73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95" name="Google Shape;495;p44"/>
          <p:cNvSpPr txBox="1">
            <a:spLocks noGrp="1"/>
          </p:cNvSpPr>
          <p:nvPr>
            <p:ph type="subTitle" idx="1"/>
          </p:nvPr>
        </p:nvSpPr>
        <p:spPr>
          <a:xfrm>
            <a:off x="723300" y="2038177"/>
            <a:ext cx="4696800" cy="50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496" name="Google Shape;496;p44"/>
          <p:cNvSpPr txBox="1">
            <a:spLocks noGrp="1"/>
          </p:cNvSpPr>
          <p:nvPr>
            <p:ph type="title" idx="2" hasCustomPrompt="1"/>
          </p:nvPr>
        </p:nvSpPr>
        <p:spPr>
          <a:xfrm>
            <a:off x="723300" y="2598825"/>
            <a:ext cx="4696800" cy="132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73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97" name="Google Shape;497;p44"/>
          <p:cNvSpPr txBox="1">
            <a:spLocks noGrp="1"/>
          </p:cNvSpPr>
          <p:nvPr>
            <p:ph type="subTitle" idx="3"/>
          </p:nvPr>
        </p:nvSpPr>
        <p:spPr>
          <a:xfrm>
            <a:off x="723300" y="3889928"/>
            <a:ext cx="4696800" cy="50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498" name="Google Shape;498;p4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CUSTOM_29"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45"/>
          <p:cNvSpPr/>
          <p:nvPr/>
        </p:nvSpPr>
        <p:spPr>
          <a:xfrm rot="-813319" flipH="1">
            <a:off x="4461871" y="-3820423"/>
            <a:ext cx="6402109" cy="5689153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1" name="Google Shape;501;p45"/>
          <p:cNvSpPr/>
          <p:nvPr/>
        </p:nvSpPr>
        <p:spPr>
          <a:xfrm rot="-3394465">
            <a:off x="-4415599" y="3433218"/>
            <a:ext cx="8703343" cy="5558223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45"/>
          <p:cNvSpPr/>
          <p:nvPr/>
        </p:nvSpPr>
        <p:spPr>
          <a:xfrm flipH="1">
            <a:off x="-3718816" y="-2329747"/>
            <a:ext cx="7065492" cy="5396392"/>
          </a:xfrm>
          <a:custGeom>
            <a:avLst/>
            <a:gdLst/>
            <a:ahLst/>
            <a:cxnLst/>
            <a:rect l="l" t="t" r="r" b="b"/>
            <a:pathLst>
              <a:path w="38799" h="29633" extrusionOk="0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4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3" name="Google Shape;503;p45"/>
          <p:cNvSpPr/>
          <p:nvPr/>
        </p:nvSpPr>
        <p:spPr>
          <a:xfrm rot="-3406877" flipH="1">
            <a:off x="4741603" y="2701799"/>
            <a:ext cx="7826090" cy="2877855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" name="Google Shape;504;p45"/>
          <p:cNvSpPr/>
          <p:nvPr/>
        </p:nvSpPr>
        <p:spPr>
          <a:xfrm rot="649760">
            <a:off x="-3160798" y="3729042"/>
            <a:ext cx="4974484" cy="1490372"/>
          </a:xfrm>
          <a:custGeom>
            <a:avLst/>
            <a:gdLst/>
            <a:ahLst/>
            <a:cxnLst/>
            <a:rect l="l" t="t" r="r" b="b"/>
            <a:pathLst>
              <a:path w="49165" h="14730" extrusionOk="0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3">
              <a:alpha val="3464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" name="Google Shape;505;p45"/>
          <p:cNvSpPr/>
          <p:nvPr/>
        </p:nvSpPr>
        <p:spPr>
          <a:xfrm rot="10285603" flipH="1">
            <a:off x="4594972" y="2889692"/>
            <a:ext cx="7471761" cy="4771864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" name="Google Shape;506;p45"/>
          <p:cNvSpPr txBox="1">
            <a:spLocks noGrp="1"/>
          </p:cNvSpPr>
          <p:nvPr>
            <p:ph type="title" hasCustomPrompt="1"/>
          </p:nvPr>
        </p:nvSpPr>
        <p:spPr>
          <a:xfrm>
            <a:off x="2223600" y="539500"/>
            <a:ext cx="4696800" cy="8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507" name="Google Shape;507;p45"/>
          <p:cNvSpPr txBox="1">
            <a:spLocks noGrp="1"/>
          </p:cNvSpPr>
          <p:nvPr>
            <p:ph type="subTitle" idx="1"/>
          </p:nvPr>
        </p:nvSpPr>
        <p:spPr>
          <a:xfrm>
            <a:off x="2223600" y="1437838"/>
            <a:ext cx="4696800" cy="3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508" name="Google Shape;508;p45"/>
          <p:cNvSpPr txBox="1">
            <a:spLocks noGrp="1"/>
          </p:cNvSpPr>
          <p:nvPr>
            <p:ph type="title" idx="2" hasCustomPrompt="1"/>
          </p:nvPr>
        </p:nvSpPr>
        <p:spPr>
          <a:xfrm>
            <a:off x="2223600" y="3354350"/>
            <a:ext cx="4696800" cy="8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509" name="Google Shape;509;p45"/>
          <p:cNvSpPr txBox="1">
            <a:spLocks noGrp="1"/>
          </p:cNvSpPr>
          <p:nvPr>
            <p:ph type="subTitle" idx="3"/>
          </p:nvPr>
        </p:nvSpPr>
        <p:spPr>
          <a:xfrm>
            <a:off x="2223600" y="4257426"/>
            <a:ext cx="4696800" cy="3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510" name="Google Shape;510;p45"/>
          <p:cNvSpPr txBox="1">
            <a:spLocks noGrp="1"/>
          </p:cNvSpPr>
          <p:nvPr>
            <p:ph type="title" idx="4" hasCustomPrompt="1"/>
          </p:nvPr>
        </p:nvSpPr>
        <p:spPr>
          <a:xfrm>
            <a:off x="2223600" y="1944550"/>
            <a:ext cx="4696800" cy="8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511" name="Google Shape;511;p45"/>
          <p:cNvSpPr txBox="1">
            <a:spLocks noGrp="1"/>
          </p:cNvSpPr>
          <p:nvPr>
            <p:ph type="subTitle" idx="5"/>
          </p:nvPr>
        </p:nvSpPr>
        <p:spPr>
          <a:xfrm>
            <a:off x="2223600" y="2847626"/>
            <a:ext cx="4696800" cy="3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512" name="Google Shape;512;p4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2">
  <p:cSld name="CUSTOM_8_1"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46"/>
          <p:cNvSpPr/>
          <p:nvPr/>
        </p:nvSpPr>
        <p:spPr>
          <a:xfrm rot="-3394465">
            <a:off x="-2929870" y="3433218"/>
            <a:ext cx="8703343" cy="5558223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p46"/>
          <p:cNvSpPr/>
          <p:nvPr/>
        </p:nvSpPr>
        <p:spPr>
          <a:xfrm flipH="1">
            <a:off x="-4081962" y="-1243497"/>
            <a:ext cx="7065492" cy="5396392"/>
          </a:xfrm>
          <a:custGeom>
            <a:avLst/>
            <a:gdLst/>
            <a:ahLst/>
            <a:cxnLst/>
            <a:rect l="l" t="t" r="r" b="b"/>
            <a:pathLst>
              <a:path w="38799" h="29633" extrusionOk="0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8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Google Shape;516;p46"/>
          <p:cNvSpPr/>
          <p:nvPr/>
        </p:nvSpPr>
        <p:spPr>
          <a:xfrm rot="-3952094" flipH="1">
            <a:off x="-3954406" y="-32116"/>
            <a:ext cx="7826127" cy="2877868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46"/>
          <p:cNvSpPr/>
          <p:nvPr/>
        </p:nvSpPr>
        <p:spPr>
          <a:xfrm rot="649760">
            <a:off x="-3199069" y="-713258"/>
            <a:ext cx="4974484" cy="1490372"/>
          </a:xfrm>
          <a:custGeom>
            <a:avLst/>
            <a:gdLst/>
            <a:ahLst/>
            <a:cxnLst/>
            <a:rect l="l" t="t" r="r" b="b"/>
            <a:pathLst>
              <a:path w="49165" h="14730" extrusionOk="0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3">
              <a:alpha val="3464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" name="Google Shape;518;p46"/>
          <p:cNvSpPr/>
          <p:nvPr/>
        </p:nvSpPr>
        <p:spPr>
          <a:xfrm rot="-813319" flipH="1">
            <a:off x="4926200" y="-3074323"/>
            <a:ext cx="6402109" cy="5689153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" name="Google Shape;519;p46"/>
          <p:cNvSpPr/>
          <p:nvPr/>
        </p:nvSpPr>
        <p:spPr>
          <a:xfrm rot="10285603" flipH="1">
            <a:off x="6080701" y="3752842"/>
            <a:ext cx="7471761" cy="4771864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" name="Google Shape;520;p46"/>
          <p:cNvSpPr/>
          <p:nvPr/>
        </p:nvSpPr>
        <p:spPr>
          <a:xfrm rot="7426355" flipH="1">
            <a:off x="6582052" y="1132830"/>
            <a:ext cx="7826046" cy="2877838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p46"/>
          <p:cNvSpPr txBox="1">
            <a:spLocks noGrp="1"/>
          </p:cNvSpPr>
          <p:nvPr>
            <p:ph type="title"/>
          </p:nvPr>
        </p:nvSpPr>
        <p:spPr>
          <a:xfrm flipH="1">
            <a:off x="719925" y="437700"/>
            <a:ext cx="7704000" cy="65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22" name="Google Shape;522;p46"/>
          <p:cNvSpPr txBox="1">
            <a:spLocks noGrp="1"/>
          </p:cNvSpPr>
          <p:nvPr>
            <p:ph type="title" idx="2"/>
          </p:nvPr>
        </p:nvSpPr>
        <p:spPr>
          <a:xfrm>
            <a:off x="872476" y="1425413"/>
            <a:ext cx="23052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523" name="Google Shape;523;p46"/>
          <p:cNvSpPr txBox="1">
            <a:spLocks noGrp="1"/>
          </p:cNvSpPr>
          <p:nvPr>
            <p:ph type="subTitle" idx="1"/>
          </p:nvPr>
        </p:nvSpPr>
        <p:spPr>
          <a:xfrm>
            <a:off x="872475" y="3674675"/>
            <a:ext cx="2305200" cy="93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524" name="Google Shape;524;p46"/>
          <p:cNvSpPr txBox="1">
            <a:spLocks noGrp="1"/>
          </p:cNvSpPr>
          <p:nvPr>
            <p:ph type="title" idx="3"/>
          </p:nvPr>
        </p:nvSpPr>
        <p:spPr>
          <a:xfrm>
            <a:off x="3498100" y="1425413"/>
            <a:ext cx="2147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525" name="Google Shape;525;p46"/>
          <p:cNvSpPr txBox="1">
            <a:spLocks noGrp="1"/>
          </p:cNvSpPr>
          <p:nvPr>
            <p:ph type="subTitle" idx="4"/>
          </p:nvPr>
        </p:nvSpPr>
        <p:spPr>
          <a:xfrm>
            <a:off x="3498101" y="3674675"/>
            <a:ext cx="2147700" cy="93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526" name="Google Shape;526;p46"/>
          <p:cNvSpPr txBox="1">
            <a:spLocks noGrp="1"/>
          </p:cNvSpPr>
          <p:nvPr>
            <p:ph type="title" idx="5"/>
          </p:nvPr>
        </p:nvSpPr>
        <p:spPr>
          <a:xfrm>
            <a:off x="5966121" y="1425413"/>
            <a:ext cx="23055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527" name="Google Shape;527;p46"/>
          <p:cNvSpPr txBox="1">
            <a:spLocks noGrp="1"/>
          </p:cNvSpPr>
          <p:nvPr>
            <p:ph type="subTitle" idx="6"/>
          </p:nvPr>
        </p:nvSpPr>
        <p:spPr>
          <a:xfrm>
            <a:off x="5966125" y="3674675"/>
            <a:ext cx="2305500" cy="93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528" name="Google Shape;528;p46"/>
          <p:cNvSpPr txBox="1">
            <a:spLocks noGrp="1"/>
          </p:cNvSpPr>
          <p:nvPr>
            <p:ph type="title" idx="7" hasCustomPrompt="1"/>
          </p:nvPr>
        </p:nvSpPr>
        <p:spPr>
          <a:xfrm>
            <a:off x="1573073" y="2523644"/>
            <a:ext cx="8982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29" name="Google Shape;529;p46"/>
          <p:cNvSpPr txBox="1">
            <a:spLocks noGrp="1"/>
          </p:cNvSpPr>
          <p:nvPr>
            <p:ph type="title" idx="8" hasCustomPrompt="1"/>
          </p:nvPr>
        </p:nvSpPr>
        <p:spPr>
          <a:xfrm>
            <a:off x="4123139" y="2518934"/>
            <a:ext cx="8982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30" name="Google Shape;530;p46"/>
          <p:cNvSpPr txBox="1">
            <a:spLocks noGrp="1"/>
          </p:cNvSpPr>
          <p:nvPr>
            <p:ph type="title" idx="9" hasCustomPrompt="1"/>
          </p:nvPr>
        </p:nvSpPr>
        <p:spPr>
          <a:xfrm>
            <a:off x="6672769" y="2523644"/>
            <a:ext cx="8982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31" name="Google Shape;531;p4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3">
  <p:cSld name="CUSTOM_30"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47"/>
          <p:cNvSpPr/>
          <p:nvPr/>
        </p:nvSpPr>
        <p:spPr>
          <a:xfrm rot="7405535">
            <a:off x="3401384" y="-4181093"/>
            <a:ext cx="8703343" cy="5558223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4" name="Google Shape;534;p47"/>
          <p:cNvSpPr/>
          <p:nvPr/>
        </p:nvSpPr>
        <p:spPr>
          <a:xfrm rot="10800000" flipH="1">
            <a:off x="6191327" y="657454"/>
            <a:ext cx="7065492" cy="5396392"/>
          </a:xfrm>
          <a:custGeom>
            <a:avLst/>
            <a:gdLst/>
            <a:ahLst/>
            <a:cxnLst/>
            <a:rect l="l" t="t" r="r" b="b"/>
            <a:pathLst>
              <a:path w="38799" h="29633" extrusionOk="0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8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5" name="Google Shape;535;p47"/>
          <p:cNvSpPr/>
          <p:nvPr/>
        </p:nvSpPr>
        <p:spPr>
          <a:xfrm rot="6847906" flipH="1">
            <a:off x="5303136" y="1964597"/>
            <a:ext cx="7826127" cy="2877868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6" name="Google Shape;536;p47"/>
          <p:cNvSpPr/>
          <p:nvPr/>
        </p:nvSpPr>
        <p:spPr>
          <a:xfrm rot="-10150240">
            <a:off x="7399442" y="4033234"/>
            <a:ext cx="4974484" cy="1490372"/>
          </a:xfrm>
          <a:custGeom>
            <a:avLst/>
            <a:gdLst/>
            <a:ahLst/>
            <a:cxnLst/>
            <a:rect l="l" t="t" r="r" b="b"/>
            <a:pathLst>
              <a:path w="49165" h="14730" extrusionOk="0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3">
              <a:alpha val="3464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7" name="Google Shape;537;p47"/>
          <p:cNvSpPr/>
          <p:nvPr/>
        </p:nvSpPr>
        <p:spPr>
          <a:xfrm rot="9986681" flipH="1">
            <a:off x="-2153452" y="2195519"/>
            <a:ext cx="6402109" cy="5689153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8" name="Google Shape;538;p47"/>
          <p:cNvSpPr/>
          <p:nvPr/>
        </p:nvSpPr>
        <p:spPr>
          <a:xfrm rot="-514397" flipH="1">
            <a:off x="-4377604" y="-3714358"/>
            <a:ext cx="7471761" cy="4771864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9" name="Google Shape;539;p47"/>
          <p:cNvSpPr/>
          <p:nvPr/>
        </p:nvSpPr>
        <p:spPr>
          <a:xfrm rot="-3373645" flipH="1">
            <a:off x="-5233242" y="799680"/>
            <a:ext cx="7826046" cy="2877838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0" name="Google Shape;540;p47"/>
          <p:cNvSpPr txBox="1">
            <a:spLocks noGrp="1"/>
          </p:cNvSpPr>
          <p:nvPr>
            <p:ph type="title"/>
          </p:nvPr>
        </p:nvSpPr>
        <p:spPr>
          <a:xfrm>
            <a:off x="872476" y="2613288"/>
            <a:ext cx="23052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541" name="Google Shape;541;p47"/>
          <p:cNvSpPr txBox="1">
            <a:spLocks noGrp="1"/>
          </p:cNvSpPr>
          <p:nvPr>
            <p:ph type="subTitle" idx="1"/>
          </p:nvPr>
        </p:nvSpPr>
        <p:spPr>
          <a:xfrm>
            <a:off x="872475" y="2979000"/>
            <a:ext cx="2305200" cy="93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542" name="Google Shape;542;p47"/>
          <p:cNvSpPr txBox="1">
            <a:spLocks noGrp="1"/>
          </p:cNvSpPr>
          <p:nvPr>
            <p:ph type="title" idx="2"/>
          </p:nvPr>
        </p:nvSpPr>
        <p:spPr>
          <a:xfrm>
            <a:off x="3498100" y="2613288"/>
            <a:ext cx="2147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543" name="Google Shape;543;p47"/>
          <p:cNvSpPr txBox="1">
            <a:spLocks noGrp="1"/>
          </p:cNvSpPr>
          <p:nvPr>
            <p:ph type="subTitle" idx="3"/>
          </p:nvPr>
        </p:nvSpPr>
        <p:spPr>
          <a:xfrm>
            <a:off x="3498101" y="2979000"/>
            <a:ext cx="2147700" cy="93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544" name="Google Shape;544;p47"/>
          <p:cNvSpPr txBox="1">
            <a:spLocks noGrp="1"/>
          </p:cNvSpPr>
          <p:nvPr>
            <p:ph type="title" idx="4"/>
          </p:nvPr>
        </p:nvSpPr>
        <p:spPr>
          <a:xfrm>
            <a:off x="5966121" y="2613288"/>
            <a:ext cx="23055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545" name="Google Shape;545;p47"/>
          <p:cNvSpPr txBox="1">
            <a:spLocks noGrp="1"/>
          </p:cNvSpPr>
          <p:nvPr>
            <p:ph type="subTitle" idx="5"/>
          </p:nvPr>
        </p:nvSpPr>
        <p:spPr>
          <a:xfrm>
            <a:off x="5966125" y="2979000"/>
            <a:ext cx="2305500" cy="93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546" name="Google Shape;546;p47"/>
          <p:cNvSpPr txBox="1">
            <a:spLocks noGrp="1"/>
          </p:cNvSpPr>
          <p:nvPr>
            <p:ph type="title" idx="6" hasCustomPrompt="1"/>
          </p:nvPr>
        </p:nvSpPr>
        <p:spPr>
          <a:xfrm>
            <a:off x="1407025" y="1529650"/>
            <a:ext cx="12303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47" name="Google Shape;547;p47"/>
          <p:cNvSpPr txBox="1">
            <a:spLocks noGrp="1"/>
          </p:cNvSpPr>
          <p:nvPr>
            <p:ph type="title" idx="7" hasCustomPrompt="1"/>
          </p:nvPr>
        </p:nvSpPr>
        <p:spPr>
          <a:xfrm>
            <a:off x="3957087" y="1524925"/>
            <a:ext cx="12303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48" name="Google Shape;548;p47"/>
          <p:cNvSpPr txBox="1">
            <a:spLocks noGrp="1"/>
          </p:cNvSpPr>
          <p:nvPr>
            <p:ph type="title" idx="8" hasCustomPrompt="1"/>
          </p:nvPr>
        </p:nvSpPr>
        <p:spPr>
          <a:xfrm>
            <a:off x="6506727" y="1529650"/>
            <a:ext cx="12303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49" name="Google Shape;549;p4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"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48"/>
          <p:cNvSpPr/>
          <p:nvPr/>
        </p:nvSpPr>
        <p:spPr>
          <a:xfrm rot="-813319" flipH="1">
            <a:off x="4432698" y="-3424273"/>
            <a:ext cx="6402109" cy="5689153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2" name="Google Shape;552;p48"/>
          <p:cNvSpPr/>
          <p:nvPr/>
        </p:nvSpPr>
        <p:spPr>
          <a:xfrm rot="649785">
            <a:off x="-1816445" y="-738425"/>
            <a:ext cx="4558897" cy="1365861"/>
          </a:xfrm>
          <a:custGeom>
            <a:avLst/>
            <a:gdLst/>
            <a:ahLst/>
            <a:cxnLst/>
            <a:rect l="l" t="t" r="r" b="b"/>
            <a:pathLst>
              <a:path w="49165" h="14730" extrusionOk="0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3" name="Google Shape;553;p48"/>
          <p:cNvSpPr/>
          <p:nvPr/>
        </p:nvSpPr>
        <p:spPr>
          <a:xfrm flipH="1">
            <a:off x="620870" y="2238100"/>
            <a:ext cx="7471673" cy="4771807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4" name="Google Shape;554;p48"/>
          <p:cNvSpPr/>
          <p:nvPr/>
        </p:nvSpPr>
        <p:spPr>
          <a:xfrm rot="-8823147" flipH="1">
            <a:off x="5804215" y="2808773"/>
            <a:ext cx="5990392" cy="5613180"/>
          </a:xfrm>
          <a:custGeom>
            <a:avLst/>
            <a:gdLst/>
            <a:ahLst/>
            <a:cxnLst/>
            <a:rect l="l" t="t" r="r" b="b"/>
            <a:pathLst>
              <a:path w="93299" h="87424" extrusionOk="0">
                <a:moveTo>
                  <a:pt x="34162" y="1"/>
                </a:moveTo>
                <a:cubicBezTo>
                  <a:pt x="24245" y="1"/>
                  <a:pt x="25039" y="12520"/>
                  <a:pt x="13717" y="17147"/>
                </a:cubicBezTo>
                <a:cubicBezTo>
                  <a:pt x="1" y="22753"/>
                  <a:pt x="25599" y="33483"/>
                  <a:pt x="18923" y="50349"/>
                </a:cubicBezTo>
                <a:cubicBezTo>
                  <a:pt x="13077" y="65115"/>
                  <a:pt x="23069" y="87424"/>
                  <a:pt x="32143" y="87424"/>
                </a:cubicBezTo>
                <a:cubicBezTo>
                  <a:pt x="33432" y="87424"/>
                  <a:pt x="34703" y="86974"/>
                  <a:pt x="35906" y="85988"/>
                </a:cubicBezTo>
                <a:cubicBezTo>
                  <a:pt x="38841" y="83585"/>
                  <a:pt x="41192" y="82952"/>
                  <a:pt x="43240" y="82952"/>
                </a:cubicBezTo>
                <a:cubicBezTo>
                  <a:pt x="45526" y="82952"/>
                  <a:pt x="47435" y="83741"/>
                  <a:pt x="49356" y="83741"/>
                </a:cubicBezTo>
                <a:cubicBezTo>
                  <a:pt x="51391" y="83741"/>
                  <a:pt x="53441" y="82856"/>
                  <a:pt x="55968" y="79208"/>
                </a:cubicBezTo>
                <a:cubicBezTo>
                  <a:pt x="79663" y="45004"/>
                  <a:pt x="87416" y="44135"/>
                  <a:pt x="87416" y="44135"/>
                </a:cubicBezTo>
                <a:cubicBezTo>
                  <a:pt x="93298" y="21497"/>
                  <a:pt x="60858" y="9397"/>
                  <a:pt x="42111" y="1875"/>
                </a:cubicBezTo>
                <a:cubicBezTo>
                  <a:pt x="38838" y="561"/>
                  <a:pt x="36260" y="1"/>
                  <a:pt x="34162" y="1"/>
                </a:cubicBezTo>
                <a:close/>
              </a:path>
            </a:pathLst>
          </a:custGeom>
          <a:solidFill>
            <a:schemeClr val="accent3">
              <a:alpha val="3352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5" name="Google Shape;555;p48"/>
          <p:cNvSpPr/>
          <p:nvPr/>
        </p:nvSpPr>
        <p:spPr>
          <a:xfrm rot="8100000" flipH="1">
            <a:off x="-2522993" y="494176"/>
            <a:ext cx="4935837" cy="3769884"/>
          </a:xfrm>
          <a:custGeom>
            <a:avLst/>
            <a:gdLst/>
            <a:ahLst/>
            <a:cxnLst/>
            <a:rect l="l" t="t" r="r" b="b"/>
            <a:pathLst>
              <a:path w="38799" h="29633" extrusionOk="0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8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p48"/>
          <p:cNvSpPr/>
          <p:nvPr/>
        </p:nvSpPr>
        <p:spPr>
          <a:xfrm rot="-649785" flipH="1">
            <a:off x="3942880" y="4401125"/>
            <a:ext cx="4558897" cy="1365861"/>
          </a:xfrm>
          <a:custGeom>
            <a:avLst/>
            <a:gdLst/>
            <a:ahLst/>
            <a:cxnLst/>
            <a:rect l="l" t="t" r="r" b="b"/>
            <a:pathLst>
              <a:path w="49165" h="14730" extrusionOk="0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rgbClr val="AC9078">
              <a:alpha val="128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48"/>
          <p:cNvSpPr/>
          <p:nvPr/>
        </p:nvSpPr>
        <p:spPr>
          <a:xfrm rot="-2128845" flipH="1">
            <a:off x="-1704639" y="-1767729"/>
            <a:ext cx="7826192" cy="2877892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8" name="Google Shape;558;p48"/>
          <p:cNvSpPr txBox="1">
            <a:spLocks noGrp="1"/>
          </p:cNvSpPr>
          <p:nvPr>
            <p:ph type="title"/>
          </p:nvPr>
        </p:nvSpPr>
        <p:spPr>
          <a:xfrm>
            <a:off x="1276650" y="438900"/>
            <a:ext cx="6590700" cy="100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7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59" name="Google Shape;559;p48"/>
          <p:cNvSpPr txBox="1">
            <a:spLocks noGrp="1"/>
          </p:cNvSpPr>
          <p:nvPr>
            <p:ph type="subTitle" idx="1"/>
          </p:nvPr>
        </p:nvSpPr>
        <p:spPr>
          <a:xfrm>
            <a:off x="2854650" y="1652972"/>
            <a:ext cx="3434700" cy="100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560" name="Google Shape;560;p48"/>
          <p:cNvSpPr/>
          <p:nvPr/>
        </p:nvSpPr>
        <p:spPr>
          <a:xfrm rot="9555807" flipH="1">
            <a:off x="7660042" y="2297294"/>
            <a:ext cx="7826096" cy="2877857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p48"/>
          <p:cNvSpPr txBox="1"/>
          <p:nvPr/>
        </p:nvSpPr>
        <p:spPr>
          <a:xfrm>
            <a:off x="1672100" y="3967300"/>
            <a:ext cx="58068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CREDITS: This presentation template was created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Manrope"/>
                <a:ea typeface="Manrope"/>
                <a:cs typeface="Manrope"/>
                <a:sym typeface="Manrop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, and includes icons, infographics &amp; images by</a:t>
            </a:r>
            <a:r>
              <a:rPr lang="en" sz="10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Manrope"/>
                <a:ea typeface="Manrope"/>
                <a:cs typeface="Manrope"/>
                <a:sym typeface="Manrope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000" b="1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62" name="Google Shape;562;p4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49"/>
          <p:cNvSpPr/>
          <p:nvPr/>
        </p:nvSpPr>
        <p:spPr>
          <a:xfrm rot="-10285629">
            <a:off x="4140874" y="-2015123"/>
            <a:ext cx="9471588" cy="6049060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5" name="Google Shape;565;p49"/>
          <p:cNvSpPr/>
          <p:nvPr/>
        </p:nvSpPr>
        <p:spPr>
          <a:xfrm flipH="1">
            <a:off x="6818628" y="2586663"/>
            <a:ext cx="5766771" cy="3682967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dk2">
              <a:alpha val="1285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6" name="Google Shape;566;p49"/>
          <p:cNvSpPr/>
          <p:nvPr/>
        </p:nvSpPr>
        <p:spPr>
          <a:xfrm rot="9748587" flipH="1">
            <a:off x="5601527" y="2021265"/>
            <a:ext cx="8200944" cy="3015698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7" name="Google Shape;567;p49"/>
          <p:cNvSpPr/>
          <p:nvPr/>
        </p:nvSpPr>
        <p:spPr>
          <a:xfrm rot="4102346" flipH="1">
            <a:off x="-2270967" y="3805847"/>
            <a:ext cx="9416338" cy="6013774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49"/>
          <p:cNvSpPr/>
          <p:nvPr/>
        </p:nvSpPr>
        <p:spPr>
          <a:xfrm rot="813319">
            <a:off x="-3580677" y="-1425723"/>
            <a:ext cx="6402109" cy="5689153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9" name="Google Shape;569;p49"/>
          <p:cNvSpPr/>
          <p:nvPr/>
        </p:nvSpPr>
        <p:spPr>
          <a:xfrm>
            <a:off x="3065327" y="-4200997"/>
            <a:ext cx="7065492" cy="5396392"/>
          </a:xfrm>
          <a:custGeom>
            <a:avLst/>
            <a:gdLst/>
            <a:ahLst/>
            <a:cxnLst/>
            <a:rect l="l" t="t" r="r" b="b"/>
            <a:pathLst>
              <a:path w="38799" h="29633" extrusionOk="0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4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0" name="Google Shape;570;p4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50"/>
          <p:cNvSpPr/>
          <p:nvPr/>
        </p:nvSpPr>
        <p:spPr>
          <a:xfrm rot="4102360" flipH="1">
            <a:off x="-2512533" y="4030635"/>
            <a:ext cx="7471578" cy="4771747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3" name="Google Shape;573;p50"/>
          <p:cNvSpPr/>
          <p:nvPr/>
        </p:nvSpPr>
        <p:spPr>
          <a:xfrm rot="813319">
            <a:off x="-4129602" y="-1737023"/>
            <a:ext cx="6402109" cy="5689153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66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4" name="Google Shape;574;p50"/>
          <p:cNvSpPr/>
          <p:nvPr/>
        </p:nvSpPr>
        <p:spPr>
          <a:xfrm rot="3394465" flipH="1">
            <a:off x="5593334" y="2171418"/>
            <a:ext cx="8703343" cy="5558223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2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5" name="Google Shape;575;p50"/>
          <p:cNvSpPr/>
          <p:nvPr/>
        </p:nvSpPr>
        <p:spPr>
          <a:xfrm rot="-10285603">
            <a:off x="6336471" y="-2917283"/>
            <a:ext cx="7471761" cy="4771864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3">
              <a:alpha val="254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6" name="Google Shape;576;p50"/>
          <p:cNvSpPr/>
          <p:nvPr/>
        </p:nvSpPr>
        <p:spPr>
          <a:xfrm rot="-2238616">
            <a:off x="-4635728" y="470344"/>
            <a:ext cx="7826078" cy="2877850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7" name="Google Shape;577;p5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36"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51"/>
          <p:cNvSpPr/>
          <p:nvPr/>
        </p:nvSpPr>
        <p:spPr>
          <a:xfrm rot="813319">
            <a:off x="-1121291" y="-3424273"/>
            <a:ext cx="6402109" cy="5689153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0" name="Google Shape;580;p51"/>
          <p:cNvSpPr/>
          <p:nvPr/>
        </p:nvSpPr>
        <p:spPr>
          <a:xfrm rot="-649785" flipH="1">
            <a:off x="6971064" y="-738425"/>
            <a:ext cx="4558897" cy="1365861"/>
          </a:xfrm>
          <a:custGeom>
            <a:avLst/>
            <a:gdLst/>
            <a:ahLst/>
            <a:cxnLst/>
            <a:rect l="l" t="t" r="r" b="b"/>
            <a:pathLst>
              <a:path w="49165" h="14730" extrusionOk="0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1" name="Google Shape;581;p51"/>
          <p:cNvSpPr/>
          <p:nvPr/>
        </p:nvSpPr>
        <p:spPr>
          <a:xfrm>
            <a:off x="1620973" y="2238100"/>
            <a:ext cx="7471673" cy="4771807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2" name="Google Shape;582;p51"/>
          <p:cNvSpPr/>
          <p:nvPr/>
        </p:nvSpPr>
        <p:spPr>
          <a:xfrm rot="8823147">
            <a:off x="-2081090" y="2808773"/>
            <a:ext cx="5990392" cy="5613180"/>
          </a:xfrm>
          <a:custGeom>
            <a:avLst/>
            <a:gdLst/>
            <a:ahLst/>
            <a:cxnLst/>
            <a:rect l="l" t="t" r="r" b="b"/>
            <a:pathLst>
              <a:path w="93299" h="87424" extrusionOk="0">
                <a:moveTo>
                  <a:pt x="34162" y="1"/>
                </a:moveTo>
                <a:cubicBezTo>
                  <a:pt x="24245" y="1"/>
                  <a:pt x="25039" y="12520"/>
                  <a:pt x="13717" y="17147"/>
                </a:cubicBezTo>
                <a:cubicBezTo>
                  <a:pt x="1" y="22753"/>
                  <a:pt x="25599" y="33483"/>
                  <a:pt x="18923" y="50349"/>
                </a:cubicBezTo>
                <a:cubicBezTo>
                  <a:pt x="13077" y="65115"/>
                  <a:pt x="23069" y="87424"/>
                  <a:pt x="32143" y="87424"/>
                </a:cubicBezTo>
                <a:cubicBezTo>
                  <a:pt x="33432" y="87424"/>
                  <a:pt x="34703" y="86974"/>
                  <a:pt x="35906" y="85988"/>
                </a:cubicBezTo>
                <a:cubicBezTo>
                  <a:pt x="38841" y="83585"/>
                  <a:pt x="41192" y="82952"/>
                  <a:pt x="43240" y="82952"/>
                </a:cubicBezTo>
                <a:cubicBezTo>
                  <a:pt x="45526" y="82952"/>
                  <a:pt x="47435" y="83741"/>
                  <a:pt x="49356" y="83741"/>
                </a:cubicBezTo>
                <a:cubicBezTo>
                  <a:pt x="51391" y="83741"/>
                  <a:pt x="53441" y="82856"/>
                  <a:pt x="55968" y="79208"/>
                </a:cubicBezTo>
                <a:cubicBezTo>
                  <a:pt x="79663" y="45004"/>
                  <a:pt x="87416" y="44135"/>
                  <a:pt x="87416" y="44135"/>
                </a:cubicBezTo>
                <a:cubicBezTo>
                  <a:pt x="93298" y="21497"/>
                  <a:pt x="60858" y="9397"/>
                  <a:pt x="42111" y="1875"/>
                </a:cubicBezTo>
                <a:cubicBezTo>
                  <a:pt x="38838" y="561"/>
                  <a:pt x="36260" y="1"/>
                  <a:pt x="34162" y="1"/>
                </a:cubicBezTo>
                <a:close/>
              </a:path>
            </a:pathLst>
          </a:custGeom>
          <a:solidFill>
            <a:schemeClr val="accent3">
              <a:alpha val="3352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3" name="Google Shape;583;p51"/>
          <p:cNvSpPr/>
          <p:nvPr/>
        </p:nvSpPr>
        <p:spPr>
          <a:xfrm rot="-8100000">
            <a:off x="7300672" y="494176"/>
            <a:ext cx="4935837" cy="3769884"/>
          </a:xfrm>
          <a:custGeom>
            <a:avLst/>
            <a:gdLst/>
            <a:ahLst/>
            <a:cxnLst/>
            <a:rect l="l" t="t" r="r" b="b"/>
            <a:pathLst>
              <a:path w="38799" h="29633" extrusionOk="0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8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4" name="Google Shape;584;p51"/>
          <p:cNvSpPr/>
          <p:nvPr/>
        </p:nvSpPr>
        <p:spPr>
          <a:xfrm rot="649785">
            <a:off x="1211739" y="4401125"/>
            <a:ext cx="4558897" cy="1365861"/>
          </a:xfrm>
          <a:custGeom>
            <a:avLst/>
            <a:gdLst/>
            <a:ahLst/>
            <a:cxnLst/>
            <a:rect l="l" t="t" r="r" b="b"/>
            <a:pathLst>
              <a:path w="49165" h="14730" extrusionOk="0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rgbClr val="AC9078">
              <a:alpha val="128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5" name="Google Shape;585;p51"/>
          <p:cNvSpPr/>
          <p:nvPr/>
        </p:nvSpPr>
        <p:spPr>
          <a:xfrm rot="2128845">
            <a:off x="3591964" y="-1767729"/>
            <a:ext cx="7826192" cy="2877892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6" name="Google Shape;586;p51"/>
          <p:cNvSpPr/>
          <p:nvPr/>
        </p:nvSpPr>
        <p:spPr>
          <a:xfrm rot="-9555807">
            <a:off x="-5772621" y="2297294"/>
            <a:ext cx="7826096" cy="2877857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7" name="Google Shape;587;p5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37"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52"/>
          <p:cNvSpPr/>
          <p:nvPr/>
        </p:nvSpPr>
        <p:spPr>
          <a:xfrm rot="-7405535" flipH="1">
            <a:off x="-3234670" y="-3952493"/>
            <a:ext cx="8703343" cy="5558223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0" name="Google Shape;590;p52"/>
          <p:cNvSpPr/>
          <p:nvPr/>
        </p:nvSpPr>
        <p:spPr>
          <a:xfrm rot="10800000">
            <a:off x="-4386762" y="886054"/>
            <a:ext cx="7065492" cy="5396392"/>
          </a:xfrm>
          <a:custGeom>
            <a:avLst/>
            <a:gdLst/>
            <a:ahLst/>
            <a:cxnLst/>
            <a:rect l="l" t="t" r="r" b="b"/>
            <a:pathLst>
              <a:path w="38799" h="29633" extrusionOk="0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8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1" name="Google Shape;591;p52"/>
          <p:cNvSpPr/>
          <p:nvPr/>
        </p:nvSpPr>
        <p:spPr>
          <a:xfrm rot="-6847906">
            <a:off x="-4259206" y="2193197"/>
            <a:ext cx="7826127" cy="2877868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2" name="Google Shape;592;p52"/>
          <p:cNvSpPr/>
          <p:nvPr/>
        </p:nvSpPr>
        <p:spPr>
          <a:xfrm rot="10150240" flipH="1">
            <a:off x="-3503869" y="4261834"/>
            <a:ext cx="4974484" cy="1490372"/>
          </a:xfrm>
          <a:custGeom>
            <a:avLst/>
            <a:gdLst/>
            <a:ahLst/>
            <a:cxnLst/>
            <a:rect l="l" t="t" r="r" b="b"/>
            <a:pathLst>
              <a:path w="49165" h="14730" extrusionOk="0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3">
              <a:alpha val="3464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3" name="Google Shape;593;p52"/>
          <p:cNvSpPr/>
          <p:nvPr/>
        </p:nvSpPr>
        <p:spPr>
          <a:xfrm rot="-9986681">
            <a:off x="4621400" y="2424119"/>
            <a:ext cx="6402109" cy="5689153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4" name="Google Shape;594;p52"/>
          <p:cNvSpPr/>
          <p:nvPr/>
        </p:nvSpPr>
        <p:spPr>
          <a:xfrm rot="514397">
            <a:off x="5775901" y="-3485758"/>
            <a:ext cx="7471761" cy="4771864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5" name="Google Shape;595;p52"/>
          <p:cNvSpPr/>
          <p:nvPr/>
        </p:nvSpPr>
        <p:spPr>
          <a:xfrm rot="3373645">
            <a:off x="6277252" y="1028280"/>
            <a:ext cx="7826046" cy="2877838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6" name="Google Shape;596;p5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1075" y="438900"/>
            <a:ext cx="7698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ulim Park"/>
              <a:buNone/>
              <a:defRPr sz="2800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ulim Park"/>
              <a:buNone/>
              <a:defRPr sz="3500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ulim Park"/>
              <a:buNone/>
              <a:defRPr sz="3500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ulim Park"/>
              <a:buNone/>
              <a:defRPr sz="3500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ulim Park"/>
              <a:buNone/>
              <a:defRPr sz="3500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ulim Park"/>
              <a:buNone/>
              <a:defRPr sz="3500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ulim Park"/>
              <a:buNone/>
              <a:defRPr sz="3500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ulim Park"/>
              <a:buNone/>
              <a:defRPr sz="3500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ulim Park"/>
              <a:buNone/>
              <a:defRPr sz="3500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1075" y="1351868"/>
            <a:ext cx="7701900" cy="324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Char char="●"/>
              <a:defRPr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Char char="○"/>
              <a:defRPr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1371600" lvl="2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Char char="■"/>
              <a:defRPr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1828800" lvl="3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Char char="●"/>
              <a:defRPr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2286000" lvl="4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Char char="○"/>
              <a:defRPr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2743200" lvl="5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Char char="■"/>
              <a:defRPr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L="3200400" lvl="6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Char char="●"/>
              <a:defRPr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L="3657600" lvl="7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Char char="○"/>
              <a:defRPr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L="4114800" lvl="8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Char char="■"/>
              <a:defRPr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53"/>
          <p:cNvSpPr txBox="1">
            <a:spLocks noGrp="1"/>
          </p:cNvSpPr>
          <p:nvPr>
            <p:ph type="ctrTitle"/>
          </p:nvPr>
        </p:nvSpPr>
        <p:spPr>
          <a:xfrm>
            <a:off x="0" y="896550"/>
            <a:ext cx="9144000" cy="234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latin typeface="Kulim Park"/>
                <a:ea typeface="Kulim Park"/>
                <a:cs typeface="Kulim Park"/>
                <a:sym typeface="Kulim Park"/>
              </a:rPr>
              <a:t>Programsko inženjerstvo </a:t>
            </a:r>
            <a:r>
              <a:rPr lang="en" sz="3600">
                <a:solidFill>
                  <a:schemeClr val="lt1"/>
                </a:solidFill>
                <a:latin typeface="Kulim Park"/>
                <a:ea typeface="Kulim Park"/>
                <a:cs typeface="Kulim Park"/>
                <a:sym typeface="Kulim Park"/>
              </a:rPr>
              <a:t>Aplikacija </a:t>
            </a:r>
            <a:r>
              <a:rPr lang="en" sz="3600">
                <a:solidFill>
                  <a:schemeClr val="dk2"/>
                </a:solidFill>
                <a:latin typeface="Kulim Park"/>
                <a:ea typeface="Kulim Park"/>
                <a:cs typeface="Kulim Park"/>
                <a:sym typeface="Kulim Park"/>
              </a:rPr>
              <a:t>FlipMemo</a:t>
            </a:r>
            <a:endParaRPr sz="3600">
              <a:solidFill>
                <a:schemeClr val="dk2"/>
              </a:solidFill>
              <a:latin typeface="Kulim Park"/>
              <a:ea typeface="Kulim Park"/>
              <a:cs typeface="Kulim Park"/>
              <a:sym typeface="Kulim Park"/>
            </a:endParaRPr>
          </a:p>
        </p:txBody>
      </p:sp>
      <p:pic>
        <p:nvPicPr>
          <p:cNvPr id="602" name="Google Shape;602;p53"/>
          <p:cNvPicPr preferRelativeResize="0"/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6862312" y="161675"/>
            <a:ext cx="2059112" cy="73487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stA="0" endPos="30000" dist="38100" dir="5400000" fadeDir="5400012" sy="-100000" algn="bl" rotWithShape="0"/>
          </a:effectLst>
        </p:spPr>
      </p:pic>
      <p:sp>
        <p:nvSpPr>
          <p:cNvPr id="603" name="Google Shape;603;p53"/>
          <p:cNvSpPr txBox="1"/>
          <p:nvPr/>
        </p:nvSpPr>
        <p:spPr>
          <a:xfrm>
            <a:off x="1179325" y="3245550"/>
            <a:ext cx="6017100" cy="9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>
                <a:latin typeface="Kulim Park"/>
                <a:ea typeface="Kulim Park"/>
                <a:cs typeface="Kulim Park"/>
                <a:sym typeface="Kulim Park"/>
              </a:rPr>
              <a:t>Tim:  TG 08.3 Štrukani</a:t>
            </a:r>
            <a:endParaRPr>
              <a:latin typeface="Kulim Park"/>
              <a:ea typeface="Kulim Park"/>
              <a:cs typeface="Kulim Park"/>
              <a:sym typeface="Kulim Park"/>
            </a:endParaRPr>
          </a:p>
          <a:p>
            <a:pPr marL="0" lvl="0" indent="0" algn="ctr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200">
                <a:latin typeface="Kulim Park"/>
                <a:ea typeface="Kulim Park"/>
                <a:cs typeface="Kulim Park"/>
                <a:sym typeface="Kulim Park"/>
              </a:rPr>
              <a:t>Ak. god. 2025./2026.</a:t>
            </a:r>
            <a:endParaRPr sz="1200">
              <a:latin typeface="Kulim Park"/>
              <a:ea typeface="Kulim Park"/>
              <a:cs typeface="Kulim Park"/>
              <a:sym typeface="Kulim Park"/>
            </a:endParaRPr>
          </a:p>
          <a:p>
            <a:pPr marL="0" lvl="0" indent="0" algn="ctr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200">
                <a:latin typeface="Kulim Park"/>
                <a:ea typeface="Kulim Park"/>
                <a:cs typeface="Kulim Park"/>
                <a:sym typeface="Kulim Park"/>
              </a:rPr>
              <a:t>ID 183400</a:t>
            </a:r>
            <a:endParaRPr sz="1200">
              <a:latin typeface="Kulim Park"/>
              <a:ea typeface="Kulim Park"/>
              <a:cs typeface="Kulim Park"/>
              <a:sym typeface="Kulim Park"/>
            </a:endParaRP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endParaRPr sz="1000" b="1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54"/>
          <p:cNvSpPr txBox="1">
            <a:spLocks noGrp="1"/>
          </p:cNvSpPr>
          <p:nvPr>
            <p:ph type="title"/>
          </p:nvPr>
        </p:nvSpPr>
        <p:spPr>
          <a:xfrm flipH="1">
            <a:off x="719925" y="437700"/>
            <a:ext cx="7704000" cy="65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SADRŽAJ</a:t>
            </a:r>
            <a:endParaRPr/>
          </a:p>
        </p:txBody>
      </p:sp>
      <p:sp>
        <p:nvSpPr>
          <p:cNvPr id="609" name="Google Shape;609;p54"/>
          <p:cNvSpPr txBox="1"/>
          <p:nvPr/>
        </p:nvSpPr>
        <p:spPr>
          <a:xfrm>
            <a:off x="713225" y="1235875"/>
            <a:ext cx="7717500" cy="35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anrope"/>
              <a:buChar char="●"/>
            </a:pPr>
            <a:r>
              <a:rPr lang="en" sz="2400"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rPr>
              <a:t>Članovi tima</a:t>
            </a:r>
            <a:endParaRPr sz="2400">
              <a:solidFill>
                <a:schemeClr val="dk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457200" lvl="0" indent="-3810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anrope"/>
              <a:buChar char="●"/>
            </a:pPr>
            <a:r>
              <a:rPr lang="en" sz="2400"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rPr>
              <a:t>Opis projekta</a:t>
            </a:r>
            <a:endParaRPr sz="2400">
              <a:solidFill>
                <a:schemeClr val="dk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457200" lvl="0" indent="-3810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anrope"/>
              <a:buChar char="●"/>
            </a:pPr>
            <a:r>
              <a:rPr lang="en" sz="2400"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rPr>
              <a:t>Pregled zahtjeva</a:t>
            </a:r>
            <a:endParaRPr sz="2400">
              <a:solidFill>
                <a:schemeClr val="dk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457200" lvl="0" indent="-3810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anrope"/>
              <a:buChar char="●"/>
            </a:pPr>
            <a:r>
              <a:rPr lang="en" sz="2400"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rPr>
              <a:t>Arhitektura sustava</a:t>
            </a:r>
            <a:endParaRPr sz="2400">
              <a:solidFill>
                <a:schemeClr val="dk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457200" lvl="0" indent="-3810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anrope"/>
              <a:buChar char="●"/>
            </a:pPr>
            <a:r>
              <a:rPr lang="en" sz="2400"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rPr>
              <a:t>Ispitivanje </a:t>
            </a:r>
            <a:endParaRPr sz="2400">
              <a:solidFill>
                <a:schemeClr val="dk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457200" lvl="0" indent="-3810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anrope"/>
              <a:buChar char="●"/>
            </a:pPr>
            <a:r>
              <a:rPr lang="en" sz="2400"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rPr>
              <a:t>Korišteni alati i tehnologije</a:t>
            </a:r>
            <a:endParaRPr sz="2400">
              <a:solidFill>
                <a:schemeClr val="dk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457200" lvl="0" indent="-3810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anrope"/>
              <a:buChar char="●"/>
            </a:pPr>
            <a:r>
              <a:rPr lang="en" sz="2400"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rPr>
              <a:t>Organizacija rada</a:t>
            </a:r>
            <a:endParaRPr sz="2400">
              <a:solidFill>
                <a:schemeClr val="dk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457200" lvl="0" indent="-3810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anrope"/>
              <a:buChar char="●"/>
            </a:pPr>
            <a:r>
              <a:rPr lang="en" sz="2400"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rPr>
              <a:t>Zaključak</a:t>
            </a:r>
            <a:endParaRPr sz="2400">
              <a:solidFill>
                <a:schemeClr val="dk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endParaRPr sz="1100" b="1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10" name="Google Shape;610;p5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2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55"/>
          <p:cNvSpPr txBox="1">
            <a:spLocks noGrp="1"/>
          </p:cNvSpPr>
          <p:nvPr>
            <p:ph type="title"/>
          </p:nvPr>
        </p:nvSpPr>
        <p:spPr>
          <a:xfrm>
            <a:off x="1087475" y="504400"/>
            <a:ext cx="6363600" cy="90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Članovi tima: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616" name="Google Shape;616;p55"/>
          <p:cNvSpPr txBox="1">
            <a:spLocks noGrp="1"/>
          </p:cNvSpPr>
          <p:nvPr>
            <p:ph type="body" idx="1"/>
          </p:nvPr>
        </p:nvSpPr>
        <p:spPr>
          <a:xfrm>
            <a:off x="2072850" y="1293100"/>
            <a:ext cx="6223800" cy="235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dirty="0">
                <a:solidFill>
                  <a:schemeClr val="accent3"/>
                </a:solidFill>
                <a:latin typeface="Kulim Park"/>
                <a:ea typeface="Kulim Park"/>
                <a:cs typeface="Kulim Park"/>
                <a:sym typeface="Kulim Park"/>
              </a:rPr>
              <a:t>Ivan Periša - voditelj, backend</a:t>
            </a:r>
            <a:endParaRPr sz="1700" dirty="0">
              <a:solidFill>
                <a:schemeClr val="accent3"/>
              </a:solidFill>
              <a:latin typeface="Kulim Park"/>
              <a:ea typeface="Kulim Park"/>
              <a:cs typeface="Kulim Park"/>
              <a:sym typeface="Kulim Par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dirty="0">
                <a:solidFill>
                  <a:schemeClr val="accent3"/>
                </a:solidFill>
                <a:latin typeface="Kulim Park"/>
                <a:ea typeface="Kulim Park"/>
                <a:cs typeface="Kulim Park"/>
                <a:sym typeface="Kulim Park"/>
              </a:rPr>
              <a:t>Leon Lužaić - frontend</a:t>
            </a:r>
            <a:endParaRPr sz="1700" dirty="0">
              <a:solidFill>
                <a:schemeClr val="accent3"/>
              </a:solidFill>
              <a:latin typeface="Kulim Park"/>
              <a:ea typeface="Kulim Park"/>
              <a:cs typeface="Kulim Park"/>
              <a:sym typeface="Kulim Par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dirty="0">
                <a:solidFill>
                  <a:schemeClr val="accent3"/>
                </a:solidFill>
                <a:latin typeface="Kulim Park"/>
                <a:ea typeface="Kulim Park"/>
                <a:cs typeface="Kulim Park"/>
                <a:sym typeface="Kulim Park"/>
              </a:rPr>
              <a:t>Karlo Jularić - backend</a:t>
            </a:r>
            <a:endParaRPr sz="1700" dirty="0">
              <a:solidFill>
                <a:schemeClr val="accent3"/>
              </a:solidFill>
              <a:latin typeface="Kulim Park"/>
              <a:ea typeface="Kulim Park"/>
              <a:cs typeface="Kulim Park"/>
              <a:sym typeface="Kulim Par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dirty="0">
                <a:solidFill>
                  <a:schemeClr val="accent3"/>
                </a:solidFill>
                <a:latin typeface="Kulim Park"/>
                <a:ea typeface="Kulim Park"/>
                <a:cs typeface="Kulim Park"/>
                <a:sym typeface="Kulim Park"/>
              </a:rPr>
              <a:t>Barbara Lešković - frontend/dizajn</a:t>
            </a:r>
            <a:endParaRPr sz="1700" dirty="0">
              <a:solidFill>
                <a:schemeClr val="accent3"/>
              </a:solidFill>
              <a:latin typeface="Kulim Park"/>
              <a:ea typeface="Kulim Park"/>
              <a:cs typeface="Kulim Park"/>
              <a:sym typeface="Kulim Par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dirty="0">
                <a:solidFill>
                  <a:schemeClr val="accent3"/>
                </a:solidFill>
                <a:latin typeface="Kulim Park"/>
                <a:ea typeface="Kulim Park"/>
                <a:cs typeface="Kulim Park"/>
                <a:sym typeface="Kulim Park"/>
              </a:rPr>
              <a:t>Karim Krklec - frontend</a:t>
            </a:r>
            <a:endParaRPr sz="1700" dirty="0">
              <a:solidFill>
                <a:schemeClr val="accent3"/>
              </a:solidFill>
              <a:latin typeface="Kulim Park"/>
              <a:ea typeface="Kulim Park"/>
              <a:cs typeface="Kulim Park"/>
              <a:sym typeface="Kulim Par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dirty="0">
                <a:solidFill>
                  <a:schemeClr val="accent3"/>
                </a:solidFill>
                <a:latin typeface="Kulim Park"/>
                <a:ea typeface="Kulim Park"/>
                <a:cs typeface="Kulim Park"/>
                <a:sym typeface="Kulim Park"/>
              </a:rPr>
              <a:t>Martin Saraga - baza</a:t>
            </a:r>
            <a:endParaRPr sz="1700" dirty="0">
              <a:solidFill>
                <a:schemeClr val="accent3"/>
              </a:solidFill>
              <a:latin typeface="Kulim Park"/>
              <a:ea typeface="Kulim Park"/>
              <a:cs typeface="Kulim Park"/>
              <a:sym typeface="Kulim Par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dirty="0">
                <a:solidFill>
                  <a:schemeClr val="accent3"/>
                </a:solidFill>
                <a:latin typeface="Kulim Park"/>
                <a:ea typeface="Kulim Park"/>
                <a:cs typeface="Kulim Park"/>
                <a:sym typeface="Kulim Park"/>
              </a:rPr>
              <a:t>Ivan Dundović - backend</a:t>
            </a:r>
            <a:endParaRPr sz="1900" dirty="0">
              <a:solidFill>
                <a:schemeClr val="accent3"/>
              </a:solidFill>
              <a:latin typeface="Kulim Park"/>
              <a:ea typeface="Kulim Park"/>
              <a:cs typeface="Kulim Park"/>
              <a:sym typeface="Kulim Park"/>
            </a:endParaRPr>
          </a:p>
        </p:txBody>
      </p:sp>
      <p:sp>
        <p:nvSpPr>
          <p:cNvPr id="617" name="Google Shape;617;p5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3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56"/>
          <p:cNvSpPr txBox="1">
            <a:spLocks noGrp="1"/>
          </p:cNvSpPr>
          <p:nvPr>
            <p:ph type="title"/>
          </p:nvPr>
        </p:nvSpPr>
        <p:spPr>
          <a:xfrm>
            <a:off x="407625" y="382750"/>
            <a:ext cx="6137400" cy="79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>
                <a:solidFill>
                  <a:schemeClr val="accent3"/>
                </a:solidFill>
              </a:rPr>
              <a:t>O projektu:</a:t>
            </a:r>
            <a:endParaRPr sz="4500">
              <a:solidFill>
                <a:schemeClr val="accent3"/>
              </a:solidFill>
            </a:endParaRPr>
          </a:p>
        </p:txBody>
      </p:sp>
      <p:sp>
        <p:nvSpPr>
          <p:cNvPr id="623" name="Google Shape;623;p56"/>
          <p:cNvSpPr txBox="1">
            <a:spLocks noGrp="1"/>
          </p:cNvSpPr>
          <p:nvPr>
            <p:ph type="subTitle" idx="1"/>
          </p:nvPr>
        </p:nvSpPr>
        <p:spPr>
          <a:xfrm>
            <a:off x="836650" y="1357575"/>
            <a:ext cx="7696500" cy="34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" b="1" dirty="0">
                <a:solidFill>
                  <a:schemeClr val="lt1"/>
                </a:solidFill>
              </a:rPr>
              <a:t>Cilj</a:t>
            </a:r>
            <a:r>
              <a:rPr lang="en" dirty="0">
                <a:solidFill>
                  <a:schemeClr val="lt1"/>
                </a:solidFill>
              </a:rPr>
              <a:t> projekta FlipMemo je osmisliti i razviti web aplikaciju za učenje stranih jezika koja koristi metodu ponavljanja s odmakom(eng. </a:t>
            </a:r>
            <a:r>
              <a:rPr lang="en" b="1" dirty="0">
                <a:solidFill>
                  <a:schemeClr val="lt1"/>
                </a:solidFill>
              </a:rPr>
              <a:t>spaced repetition</a:t>
            </a:r>
            <a:r>
              <a:rPr lang="en" dirty="0">
                <a:solidFill>
                  <a:schemeClr val="lt1"/>
                </a:solidFill>
              </a:rPr>
              <a:t>) kako bi poboljšala dugoročno pamćenje vokabulara.</a:t>
            </a:r>
            <a:endParaRPr dirty="0">
              <a:solidFill>
                <a:schemeClr val="lt1"/>
              </a:solidFill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" dirty="0">
                <a:solidFill>
                  <a:schemeClr val="lt1"/>
                </a:solidFill>
              </a:rPr>
              <a:t>Slične aplikacije koje postoje na tržištu: </a:t>
            </a:r>
            <a:r>
              <a:rPr lang="en" b="1" dirty="0">
                <a:solidFill>
                  <a:schemeClr val="lt1"/>
                </a:solidFill>
              </a:rPr>
              <a:t>Anki</a:t>
            </a:r>
            <a:r>
              <a:rPr lang="en" dirty="0">
                <a:solidFill>
                  <a:schemeClr val="lt1"/>
                </a:solidFill>
              </a:rPr>
              <a:t>, </a:t>
            </a:r>
            <a:r>
              <a:rPr lang="en" b="1" dirty="0">
                <a:solidFill>
                  <a:schemeClr val="lt1"/>
                </a:solidFill>
              </a:rPr>
              <a:t>Duolingo</a:t>
            </a:r>
            <a:r>
              <a:rPr lang="en" dirty="0">
                <a:solidFill>
                  <a:schemeClr val="lt1"/>
                </a:solidFill>
              </a:rPr>
              <a:t>, </a:t>
            </a:r>
            <a:r>
              <a:rPr lang="en" b="1" dirty="0">
                <a:solidFill>
                  <a:schemeClr val="lt1"/>
                </a:solidFill>
              </a:rPr>
              <a:t>Memrise</a:t>
            </a:r>
            <a:endParaRPr b="1" dirty="0">
              <a:solidFill>
                <a:schemeClr val="lt1"/>
              </a:solidFill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" dirty="0">
                <a:solidFill>
                  <a:schemeClr val="lt1"/>
                </a:solidFill>
              </a:rPr>
              <a:t>Prednosti </a:t>
            </a:r>
            <a:r>
              <a:rPr lang="en" b="1" dirty="0">
                <a:solidFill>
                  <a:schemeClr val="lt1"/>
                </a:solidFill>
              </a:rPr>
              <a:t>FlipMemo</a:t>
            </a:r>
            <a:r>
              <a:rPr lang="en" dirty="0">
                <a:solidFill>
                  <a:schemeClr val="lt1"/>
                </a:solidFill>
              </a:rPr>
              <a:t> aplikacije:</a:t>
            </a:r>
            <a:endParaRPr dirty="0">
              <a:solidFill>
                <a:schemeClr val="lt1"/>
              </a:solidFill>
            </a:endParaRPr>
          </a:p>
          <a:p>
            <a:pPr marL="1143000" lvl="0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" dirty="0">
                <a:solidFill>
                  <a:schemeClr val="lt1"/>
                </a:solidFill>
              </a:rPr>
              <a:t>Personalizirano učenje </a:t>
            </a:r>
            <a:endParaRPr dirty="0">
              <a:solidFill>
                <a:schemeClr val="lt1"/>
              </a:solidFill>
            </a:endParaRPr>
          </a:p>
          <a:p>
            <a:pPr marL="1143000" lvl="0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" dirty="0">
                <a:solidFill>
                  <a:schemeClr val="lt1"/>
                </a:solidFill>
              </a:rPr>
              <a:t>Unos vlastitih rječnika</a:t>
            </a:r>
            <a:endParaRPr dirty="0">
              <a:solidFill>
                <a:schemeClr val="lt1"/>
              </a:solidFill>
            </a:endParaRPr>
          </a:p>
          <a:p>
            <a:pPr marL="1143000" lvl="0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" dirty="0">
                <a:solidFill>
                  <a:schemeClr val="lt1"/>
                </a:solidFill>
              </a:rPr>
              <a:t>Provjera izgovora i rad s govorom</a:t>
            </a:r>
            <a:endParaRPr dirty="0">
              <a:solidFill>
                <a:schemeClr val="lt1"/>
              </a:solidFill>
            </a:endParaRPr>
          </a:p>
          <a:p>
            <a:pPr marL="1143000" lvl="0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" dirty="0">
                <a:solidFill>
                  <a:schemeClr val="lt1"/>
                </a:solidFill>
              </a:rPr>
              <a:t>Fleksibilnost i proširivost</a:t>
            </a:r>
            <a:endParaRPr dirty="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solidFill>
                <a:srgbClr val="1F2328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1F2328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1F2328"/>
              </a:solidFill>
            </a:endParaRPr>
          </a:p>
        </p:txBody>
      </p:sp>
      <p:sp>
        <p:nvSpPr>
          <p:cNvPr id="624" name="Google Shape;624;p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4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57"/>
          <p:cNvSpPr txBox="1">
            <a:spLocks noGrp="1"/>
          </p:cNvSpPr>
          <p:nvPr>
            <p:ph type="title"/>
          </p:nvPr>
        </p:nvSpPr>
        <p:spPr>
          <a:xfrm>
            <a:off x="897750" y="185293"/>
            <a:ext cx="7348500" cy="116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</a:rPr>
              <a:t>Pregled zahtjeva</a:t>
            </a:r>
            <a:endParaRPr dirty="0"/>
          </a:p>
        </p:txBody>
      </p:sp>
      <p:sp>
        <p:nvSpPr>
          <p:cNvPr id="630" name="Google Shape;630;p5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grpSp>
        <p:nvGrpSpPr>
          <p:cNvPr id="631" name="Google Shape;631;p57"/>
          <p:cNvGrpSpPr/>
          <p:nvPr/>
        </p:nvGrpSpPr>
        <p:grpSpPr>
          <a:xfrm>
            <a:off x="2696930" y="1654714"/>
            <a:ext cx="3750148" cy="2923681"/>
            <a:chOff x="2144600" y="1557475"/>
            <a:chExt cx="3330800" cy="2596750"/>
          </a:xfrm>
        </p:grpSpPr>
        <p:sp>
          <p:nvSpPr>
            <p:cNvPr id="632" name="Google Shape;632;p57"/>
            <p:cNvSpPr/>
            <p:nvPr/>
          </p:nvSpPr>
          <p:spPr>
            <a:xfrm>
              <a:off x="2144600" y="1557475"/>
              <a:ext cx="3330800" cy="2596750"/>
            </a:xfrm>
            <a:custGeom>
              <a:avLst/>
              <a:gdLst/>
              <a:ahLst/>
              <a:cxnLst/>
              <a:rect l="l" t="t" r="r" b="b"/>
              <a:pathLst>
                <a:path w="133232" h="103870" extrusionOk="0">
                  <a:moveTo>
                    <a:pt x="129564" y="869"/>
                  </a:moveTo>
                  <a:cubicBezTo>
                    <a:pt x="130314" y="869"/>
                    <a:pt x="131017" y="1155"/>
                    <a:pt x="131541" y="1691"/>
                  </a:cubicBezTo>
                  <a:cubicBezTo>
                    <a:pt x="132065" y="2215"/>
                    <a:pt x="132362" y="2917"/>
                    <a:pt x="132362" y="3655"/>
                  </a:cubicBezTo>
                  <a:lnTo>
                    <a:pt x="132362" y="6239"/>
                  </a:lnTo>
                  <a:lnTo>
                    <a:pt x="870" y="6239"/>
                  </a:lnTo>
                  <a:lnTo>
                    <a:pt x="870" y="3655"/>
                  </a:lnTo>
                  <a:cubicBezTo>
                    <a:pt x="870" y="2917"/>
                    <a:pt x="1167" y="2215"/>
                    <a:pt x="1691" y="1691"/>
                  </a:cubicBezTo>
                  <a:cubicBezTo>
                    <a:pt x="2215" y="1155"/>
                    <a:pt x="2918" y="869"/>
                    <a:pt x="3668" y="869"/>
                  </a:cubicBezTo>
                  <a:close/>
                  <a:moveTo>
                    <a:pt x="132362" y="7108"/>
                  </a:moveTo>
                  <a:lnTo>
                    <a:pt x="132362" y="76771"/>
                  </a:lnTo>
                  <a:lnTo>
                    <a:pt x="870" y="76771"/>
                  </a:lnTo>
                  <a:lnTo>
                    <a:pt x="870" y="7108"/>
                  </a:lnTo>
                  <a:close/>
                  <a:moveTo>
                    <a:pt x="132362" y="77641"/>
                  </a:moveTo>
                  <a:lnTo>
                    <a:pt x="132362" y="82939"/>
                  </a:lnTo>
                  <a:cubicBezTo>
                    <a:pt x="132362" y="83677"/>
                    <a:pt x="132065" y="84379"/>
                    <a:pt x="131541" y="84903"/>
                  </a:cubicBezTo>
                  <a:cubicBezTo>
                    <a:pt x="131017" y="85439"/>
                    <a:pt x="130314" y="85725"/>
                    <a:pt x="129564" y="85725"/>
                  </a:cubicBezTo>
                  <a:lnTo>
                    <a:pt x="3668" y="85725"/>
                  </a:lnTo>
                  <a:cubicBezTo>
                    <a:pt x="2918" y="85725"/>
                    <a:pt x="2215" y="85439"/>
                    <a:pt x="1691" y="84903"/>
                  </a:cubicBezTo>
                  <a:cubicBezTo>
                    <a:pt x="1167" y="84379"/>
                    <a:pt x="870" y="83677"/>
                    <a:pt x="870" y="82939"/>
                  </a:cubicBezTo>
                  <a:lnTo>
                    <a:pt x="870" y="77641"/>
                  </a:lnTo>
                  <a:close/>
                  <a:moveTo>
                    <a:pt x="78987" y="86594"/>
                  </a:moveTo>
                  <a:lnTo>
                    <a:pt x="78987" y="86665"/>
                  </a:lnTo>
                  <a:cubicBezTo>
                    <a:pt x="79058" y="94214"/>
                    <a:pt x="80951" y="97560"/>
                    <a:pt x="82082" y="98881"/>
                  </a:cubicBezTo>
                  <a:lnTo>
                    <a:pt x="82177" y="99000"/>
                  </a:lnTo>
                  <a:lnTo>
                    <a:pt x="51043" y="99000"/>
                  </a:lnTo>
                  <a:lnTo>
                    <a:pt x="51150" y="98881"/>
                  </a:lnTo>
                  <a:cubicBezTo>
                    <a:pt x="52281" y="97560"/>
                    <a:pt x="54174" y="94214"/>
                    <a:pt x="54257" y="86665"/>
                  </a:cubicBezTo>
                  <a:lnTo>
                    <a:pt x="54257" y="86594"/>
                  </a:lnTo>
                  <a:close/>
                  <a:moveTo>
                    <a:pt x="89833" y="99869"/>
                  </a:moveTo>
                  <a:cubicBezTo>
                    <a:pt x="90417" y="99869"/>
                    <a:pt x="91071" y="100108"/>
                    <a:pt x="91595" y="100501"/>
                  </a:cubicBezTo>
                  <a:cubicBezTo>
                    <a:pt x="92155" y="100917"/>
                    <a:pt x="92464" y="101453"/>
                    <a:pt x="92464" y="101965"/>
                  </a:cubicBezTo>
                  <a:lnTo>
                    <a:pt x="92464" y="103001"/>
                  </a:lnTo>
                  <a:lnTo>
                    <a:pt x="40768" y="103001"/>
                  </a:lnTo>
                  <a:lnTo>
                    <a:pt x="40768" y="101965"/>
                  </a:lnTo>
                  <a:cubicBezTo>
                    <a:pt x="40768" y="101453"/>
                    <a:pt x="41089" y="100917"/>
                    <a:pt x="41637" y="100501"/>
                  </a:cubicBezTo>
                  <a:cubicBezTo>
                    <a:pt x="42161" y="100108"/>
                    <a:pt x="42815" y="99869"/>
                    <a:pt x="43399" y="99869"/>
                  </a:cubicBezTo>
                  <a:close/>
                  <a:moveTo>
                    <a:pt x="3668" y="0"/>
                  </a:moveTo>
                  <a:cubicBezTo>
                    <a:pt x="1644" y="0"/>
                    <a:pt x="1" y="1643"/>
                    <a:pt x="1" y="3655"/>
                  </a:cubicBezTo>
                  <a:lnTo>
                    <a:pt x="1" y="82939"/>
                  </a:lnTo>
                  <a:cubicBezTo>
                    <a:pt x="1" y="84951"/>
                    <a:pt x="1644" y="86594"/>
                    <a:pt x="3668" y="86594"/>
                  </a:cubicBezTo>
                  <a:lnTo>
                    <a:pt x="53388" y="86594"/>
                  </a:lnTo>
                  <a:lnTo>
                    <a:pt x="53388" y="86665"/>
                  </a:lnTo>
                  <a:cubicBezTo>
                    <a:pt x="53329" y="91940"/>
                    <a:pt x="52352" y="95000"/>
                    <a:pt x="51555" y="96643"/>
                  </a:cubicBezTo>
                  <a:cubicBezTo>
                    <a:pt x="51066" y="97607"/>
                    <a:pt x="50590" y="98203"/>
                    <a:pt x="50281" y="98536"/>
                  </a:cubicBezTo>
                  <a:cubicBezTo>
                    <a:pt x="50138" y="98691"/>
                    <a:pt x="49995" y="98822"/>
                    <a:pt x="49852" y="98929"/>
                  </a:cubicBezTo>
                  <a:cubicBezTo>
                    <a:pt x="49828" y="98953"/>
                    <a:pt x="49804" y="98965"/>
                    <a:pt x="49781" y="98988"/>
                  </a:cubicBezTo>
                  <a:lnTo>
                    <a:pt x="49757" y="99000"/>
                  </a:lnTo>
                  <a:lnTo>
                    <a:pt x="43411" y="99000"/>
                  </a:lnTo>
                  <a:cubicBezTo>
                    <a:pt x="42601" y="99000"/>
                    <a:pt x="41720" y="99322"/>
                    <a:pt x="41041" y="99858"/>
                  </a:cubicBezTo>
                  <a:cubicBezTo>
                    <a:pt x="40303" y="100441"/>
                    <a:pt x="39898" y="101191"/>
                    <a:pt x="39898" y="101965"/>
                  </a:cubicBezTo>
                  <a:lnTo>
                    <a:pt x="39898" y="103441"/>
                  </a:lnTo>
                  <a:cubicBezTo>
                    <a:pt x="39898" y="103679"/>
                    <a:pt x="40089" y="103870"/>
                    <a:pt x="40339" y="103870"/>
                  </a:cubicBezTo>
                  <a:lnTo>
                    <a:pt x="92905" y="103870"/>
                  </a:lnTo>
                  <a:cubicBezTo>
                    <a:pt x="93143" y="103870"/>
                    <a:pt x="93334" y="103679"/>
                    <a:pt x="93334" y="103441"/>
                  </a:cubicBezTo>
                  <a:lnTo>
                    <a:pt x="93334" y="101977"/>
                  </a:lnTo>
                  <a:cubicBezTo>
                    <a:pt x="93334" y="101191"/>
                    <a:pt x="92929" y="100441"/>
                    <a:pt x="92191" y="99858"/>
                  </a:cubicBezTo>
                  <a:cubicBezTo>
                    <a:pt x="91512" y="99322"/>
                    <a:pt x="90631" y="99000"/>
                    <a:pt x="89833" y="99000"/>
                  </a:cubicBezTo>
                  <a:lnTo>
                    <a:pt x="83475" y="99000"/>
                  </a:lnTo>
                  <a:lnTo>
                    <a:pt x="83451" y="98988"/>
                  </a:lnTo>
                  <a:cubicBezTo>
                    <a:pt x="83166" y="98786"/>
                    <a:pt x="82416" y="98167"/>
                    <a:pt x="81666" y="96631"/>
                  </a:cubicBezTo>
                  <a:cubicBezTo>
                    <a:pt x="80511" y="94262"/>
                    <a:pt x="79891" y="90916"/>
                    <a:pt x="79856" y="86665"/>
                  </a:cubicBezTo>
                  <a:lnTo>
                    <a:pt x="79844" y="86594"/>
                  </a:lnTo>
                  <a:lnTo>
                    <a:pt x="129564" y="86594"/>
                  </a:lnTo>
                  <a:cubicBezTo>
                    <a:pt x="131588" y="86594"/>
                    <a:pt x="133231" y="84951"/>
                    <a:pt x="133231" y="82939"/>
                  </a:cubicBezTo>
                  <a:lnTo>
                    <a:pt x="133231" y="3655"/>
                  </a:lnTo>
                  <a:cubicBezTo>
                    <a:pt x="133231" y="1643"/>
                    <a:pt x="131588" y="0"/>
                    <a:pt x="129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0C0C0C"/>
                </a:solidFill>
              </a:endParaRPr>
            </a:p>
          </p:txBody>
        </p:sp>
        <p:sp>
          <p:nvSpPr>
            <p:cNvPr id="633" name="Google Shape;633;p57"/>
            <p:cNvSpPr/>
            <p:nvPr/>
          </p:nvSpPr>
          <p:spPr>
            <a:xfrm>
              <a:off x="3678425" y="3558900"/>
              <a:ext cx="263150" cy="79800"/>
            </a:xfrm>
            <a:custGeom>
              <a:avLst/>
              <a:gdLst/>
              <a:ahLst/>
              <a:cxnLst/>
              <a:rect l="l" t="t" r="r" b="b"/>
              <a:pathLst>
                <a:path w="10526" h="3192" extrusionOk="0">
                  <a:moveTo>
                    <a:pt x="8930" y="941"/>
                  </a:moveTo>
                  <a:cubicBezTo>
                    <a:pt x="9121" y="941"/>
                    <a:pt x="9275" y="1013"/>
                    <a:pt x="9394" y="1132"/>
                  </a:cubicBezTo>
                  <a:cubicBezTo>
                    <a:pt x="9514" y="1251"/>
                    <a:pt x="9585" y="1417"/>
                    <a:pt x="9585" y="1596"/>
                  </a:cubicBezTo>
                  <a:cubicBezTo>
                    <a:pt x="9585" y="1775"/>
                    <a:pt x="9514" y="1929"/>
                    <a:pt x="9394" y="2048"/>
                  </a:cubicBezTo>
                  <a:cubicBezTo>
                    <a:pt x="9275" y="2167"/>
                    <a:pt x="9121" y="2239"/>
                    <a:pt x="8930" y="2239"/>
                  </a:cubicBezTo>
                  <a:lnTo>
                    <a:pt x="1596" y="2239"/>
                  </a:lnTo>
                  <a:cubicBezTo>
                    <a:pt x="1405" y="2239"/>
                    <a:pt x="1251" y="2167"/>
                    <a:pt x="1132" y="2048"/>
                  </a:cubicBezTo>
                  <a:cubicBezTo>
                    <a:pt x="1012" y="1929"/>
                    <a:pt x="941" y="1775"/>
                    <a:pt x="941" y="1596"/>
                  </a:cubicBezTo>
                  <a:cubicBezTo>
                    <a:pt x="941" y="1417"/>
                    <a:pt x="1012" y="1251"/>
                    <a:pt x="1132" y="1132"/>
                  </a:cubicBezTo>
                  <a:cubicBezTo>
                    <a:pt x="1251" y="1013"/>
                    <a:pt x="1405" y="941"/>
                    <a:pt x="1596" y="941"/>
                  </a:cubicBezTo>
                  <a:close/>
                  <a:moveTo>
                    <a:pt x="1596" y="1"/>
                  </a:moveTo>
                  <a:cubicBezTo>
                    <a:pt x="715" y="1"/>
                    <a:pt x="0" y="715"/>
                    <a:pt x="0" y="1596"/>
                  </a:cubicBezTo>
                  <a:cubicBezTo>
                    <a:pt x="0" y="2477"/>
                    <a:pt x="715" y="3191"/>
                    <a:pt x="1596" y="3191"/>
                  </a:cubicBezTo>
                  <a:lnTo>
                    <a:pt x="8942" y="3191"/>
                  </a:lnTo>
                  <a:cubicBezTo>
                    <a:pt x="9811" y="3191"/>
                    <a:pt x="10526" y="2465"/>
                    <a:pt x="10526" y="1596"/>
                  </a:cubicBezTo>
                  <a:cubicBezTo>
                    <a:pt x="10526" y="715"/>
                    <a:pt x="9811" y="1"/>
                    <a:pt x="89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0C0C0C"/>
                </a:solidFill>
              </a:endParaRPr>
            </a:p>
          </p:txBody>
        </p:sp>
      </p:grpSp>
      <p:pic>
        <p:nvPicPr>
          <p:cNvPr id="634" name="Google Shape;634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9175" y="1840350"/>
            <a:ext cx="3658026" cy="194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58"/>
          <p:cNvSpPr/>
          <p:nvPr/>
        </p:nvSpPr>
        <p:spPr>
          <a:xfrm rot="-4376525" flipH="1">
            <a:off x="5282853" y="2489944"/>
            <a:ext cx="4772728" cy="4241291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0" name="Google Shape;640;p58"/>
          <p:cNvSpPr txBox="1">
            <a:spLocks noGrp="1"/>
          </p:cNvSpPr>
          <p:nvPr>
            <p:ph type="title"/>
          </p:nvPr>
        </p:nvSpPr>
        <p:spPr>
          <a:xfrm flipH="1">
            <a:off x="720000" y="43891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2B7BA"/>
                </a:solidFill>
              </a:rPr>
              <a:t> </a:t>
            </a:r>
            <a:r>
              <a:rPr lang="en" b="1">
                <a:solidFill>
                  <a:srgbClr val="F2B7BA"/>
                </a:solidFill>
              </a:rPr>
              <a:t>Funkcijski zahtjevi:</a:t>
            </a:r>
            <a:endParaRPr b="1">
              <a:solidFill>
                <a:srgbClr val="F2B7BA"/>
              </a:solidFill>
            </a:endParaRPr>
          </a:p>
        </p:txBody>
      </p:sp>
      <p:sp>
        <p:nvSpPr>
          <p:cNvPr id="641" name="Google Shape;641;p5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642" name="Google Shape;642;p58"/>
          <p:cNvSpPr txBox="1">
            <a:spLocks noGrp="1"/>
          </p:cNvSpPr>
          <p:nvPr>
            <p:ph type="body" idx="4294967295"/>
          </p:nvPr>
        </p:nvSpPr>
        <p:spPr>
          <a:xfrm>
            <a:off x="818050" y="958350"/>
            <a:ext cx="8142300" cy="411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" sz="1400" b="1">
                <a:solidFill>
                  <a:schemeClr val="lt1"/>
                </a:solidFill>
              </a:rPr>
              <a:t>Registracija i autentifikacija korisnika</a:t>
            </a:r>
            <a:endParaRPr sz="1400"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lt1"/>
                </a:solidFill>
              </a:rPr>
              <a:t>Registracija putem e-maila, prva prijava s promjenom lozinke i sigurna autentifikacija (OAuth 2.0).</a:t>
            </a:r>
            <a:endParaRPr sz="14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chemeClr val="lt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" sz="1400" b="1">
                <a:solidFill>
                  <a:schemeClr val="lt1"/>
                </a:solidFill>
              </a:rPr>
              <a:t>Učenje uz metodu ponavljanja s odmakom</a:t>
            </a:r>
            <a:r>
              <a:rPr lang="en" sz="1400">
                <a:solidFill>
                  <a:schemeClr val="lt1"/>
                </a:solidFill>
              </a:rPr>
              <a:t> (Spaced Repetition)</a:t>
            </a:r>
            <a:endParaRPr sz="14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lt1"/>
                </a:solidFill>
              </a:rPr>
              <a:t>Automatsko prilagođavanje učestalosti ponavljanja riječi prema uspješnosti korisnika.</a:t>
            </a:r>
            <a:endParaRPr sz="14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chemeClr val="lt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" sz="1400" b="1">
                <a:solidFill>
                  <a:schemeClr val="lt1"/>
                </a:solidFill>
              </a:rPr>
              <a:t>Različiti modovi učenja</a:t>
            </a:r>
            <a:endParaRPr sz="1400"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lt1"/>
                </a:solidFill>
              </a:rPr>
              <a:t>Pisanje, prevođenje, slušanje i izgovor riječi kroz više tipova zadataka.</a:t>
            </a:r>
            <a:endParaRPr sz="14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chemeClr val="lt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" sz="1400" b="1">
                <a:solidFill>
                  <a:schemeClr val="lt1"/>
                </a:solidFill>
              </a:rPr>
              <a:t>Rad s rječnicima i riječima</a:t>
            </a:r>
            <a:endParaRPr sz="1400"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lt1"/>
                </a:solidFill>
              </a:rPr>
              <a:t>Pregled rječnika, započinjanje učenja te administracija rječnika i riječi.</a:t>
            </a:r>
            <a:endParaRPr sz="14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chemeClr val="lt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" sz="1400" b="1">
                <a:solidFill>
                  <a:schemeClr val="lt1"/>
                </a:solidFill>
              </a:rPr>
              <a:t>Praćenje i analiza napretka korisnika</a:t>
            </a:r>
            <a:endParaRPr sz="1400"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lt1"/>
                </a:solidFill>
              </a:rPr>
              <a:t>Sustav sprema stanje učenja svake riječi i omogućuje pregled statistike.</a:t>
            </a:r>
            <a:endParaRPr sz="14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chemeClr val="lt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" sz="1400" b="1">
                <a:solidFill>
                  <a:schemeClr val="lt1"/>
                </a:solidFill>
              </a:rPr>
              <a:t>Upravljanje korisničkim računom</a:t>
            </a:r>
            <a:endParaRPr sz="1400"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lt1"/>
                </a:solidFill>
              </a:rPr>
              <a:t>Brisanje računa i obnova zaboravljene lozinke putem e-maila.</a:t>
            </a:r>
            <a:endParaRPr sz="14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59"/>
          <p:cNvSpPr/>
          <p:nvPr/>
        </p:nvSpPr>
        <p:spPr>
          <a:xfrm rot="-4376525" flipH="1">
            <a:off x="5282853" y="2489944"/>
            <a:ext cx="4772728" cy="4241291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8" name="Google Shape;648;p59"/>
          <p:cNvSpPr txBox="1">
            <a:spLocks noGrp="1"/>
          </p:cNvSpPr>
          <p:nvPr>
            <p:ph type="title"/>
          </p:nvPr>
        </p:nvSpPr>
        <p:spPr>
          <a:xfrm flipH="1">
            <a:off x="720000" y="43891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r>
              <a:rPr lang="en" b="1">
                <a:solidFill>
                  <a:srgbClr val="F2B7BA"/>
                </a:solidFill>
              </a:rPr>
              <a:t>Nefunkcijski zahtjevi:</a:t>
            </a:r>
            <a:endParaRPr b="1">
              <a:solidFill>
                <a:srgbClr val="F2B7BA"/>
              </a:solidFill>
            </a:endParaRPr>
          </a:p>
        </p:txBody>
      </p:sp>
      <p:sp>
        <p:nvSpPr>
          <p:cNvPr id="649" name="Google Shape;649;p5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650" name="Google Shape;650;p59"/>
          <p:cNvSpPr txBox="1">
            <a:spLocks noGrp="1"/>
          </p:cNvSpPr>
          <p:nvPr>
            <p:ph type="body" idx="4294967295"/>
          </p:nvPr>
        </p:nvSpPr>
        <p:spPr>
          <a:xfrm>
            <a:off x="892325" y="1011600"/>
            <a:ext cx="8068200" cy="393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" sz="1400" b="1">
                <a:solidFill>
                  <a:schemeClr val="lt1"/>
                </a:solidFill>
              </a:rPr>
              <a:t>Sigurnost sustava</a:t>
            </a:r>
            <a:endParaRPr sz="1400"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lt1"/>
                </a:solidFill>
              </a:rPr>
              <a:t>OAuth 2.0 autentifikacija i HTTPS komunikacija između korisnika i sustava</a:t>
            </a:r>
            <a:endParaRPr sz="14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chemeClr val="lt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" sz="1400" b="1">
                <a:solidFill>
                  <a:schemeClr val="lt1"/>
                </a:solidFill>
              </a:rPr>
              <a:t>Performanse i dostupnost</a:t>
            </a:r>
            <a:endParaRPr sz="1400"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lt1"/>
                </a:solidFill>
              </a:rPr>
              <a:t>Vrijeme odziva kraće od 2 sekunde i podrška za istodoban rad većeg broja korisnika.</a:t>
            </a:r>
            <a:endParaRPr sz="14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chemeClr val="lt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" sz="1400" b="1">
                <a:solidFill>
                  <a:schemeClr val="lt1"/>
                </a:solidFill>
              </a:rPr>
              <a:t>Responzivno korisničko sučelje</a:t>
            </a:r>
            <a:endParaRPr sz="1400"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lt1"/>
                </a:solidFill>
              </a:rPr>
              <a:t>Sučelje prilagođeno desktop uređajima.</a:t>
            </a:r>
            <a:endParaRPr sz="14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chemeClr val="lt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" sz="1400" b="1">
                <a:solidFill>
                  <a:schemeClr val="lt1"/>
                </a:solidFill>
              </a:rPr>
              <a:t>Skalabilnost i proširivost</a:t>
            </a:r>
            <a:endParaRPr sz="1400"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lt1"/>
                </a:solidFill>
              </a:rPr>
              <a:t>Mogućnost dodavanja novih jezika, rječnika i vanjskih API servisa bez velikih izmjena sustava.</a:t>
            </a:r>
            <a:endParaRPr sz="14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chemeClr val="lt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" sz="1400" b="1">
                <a:solidFill>
                  <a:schemeClr val="lt1"/>
                </a:solidFill>
              </a:rPr>
              <a:t>Održivost i održavanje</a:t>
            </a:r>
            <a:endParaRPr sz="1400"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lt1"/>
                </a:solidFill>
              </a:rPr>
              <a:t>Modularna arhitektura (frontend, backend, baza) koja omogućuje jednostavno održavanje i nadogradnju.</a:t>
            </a:r>
            <a:endParaRPr sz="14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60"/>
          <p:cNvSpPr txBox="1">
            <a:spLocks noGrp="1"/>
          </p:cNvSpPr>
          <p:nvPr>
            <p:ph type="title" idx="15"/>
          </p:nvPr>
        </p:nvSpPr>
        <p:spPr>
          <a:xfrm flipH="1">
            <a:off x="673500" y="72020"/>
            <a:ext cx="7704000" cy="65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solidFill>
                  <a:srgbClr val="404040"/>
                </a:solidFill>
                <a:latin typeface="Manrope"/>
                <a:ea typeface="Manrope"/>
                <a:cs typeface="Manrope"/>
                <a:sym typeface="Manrope"/>
              </a:rPr>
              <a:t>UML dijagram obrazaca uporabe</a:t>
            </a:r>
            <a:endParaRPr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56" name="Google Shape;656;p6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pic>
        <p:nvPicPr>
          <p:cNvPr id="3" name="Slika 2" descr="Slika na kojoj se prikazuje tekst, dijagram, snimka zaslona, Font&#10;&#10;Sadržaj generiran uz AI možda nije točan.">
            <a:extLst>
              <a:ext uri="{FF2B5EF4-FFF2-40B4-BE49-F238E27FC236}">
                <a16:creationId xmlns:a16="http://schemas.microsoft.com/office/drawing/2014/main" id="{D81339CD-80EF-DB24-58AA-6D98D30350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6108" y="643245"/>
            <a:ext cx="5287023" cy="447395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61"/>
          <p:cNvSpPr txBox="1">
            <a:spLocks noGrp="1"/>
          </p:cNvSpPr>
          <p:nvPr>
            <p:ph type="title"/>
          </p:nvPr>
        </p:nvSpPr>
        <p:spPr>
          <a:xfrm>
            <a:off x="608525" y="809075"/>
            <a:ext cx="7704000" cy="65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>
                <a:solidFill>
                  <a:schemeClr val="lt1"/>
                </a:solidFill>
              </a:rPr>
              <a:t>ARHITEKTURA SUSTAVA</a:t>
            </a:r>
            <a:endParaRPr sz="2100">
              <a:solidFill>
                <a:schemeClr val="lt1"/>
              </a:solidFill>
            </a:endParaRPr>
          </a:p>
        </p:txBody>
      </p:sp>
      <p:sp>
        <p:nvSpPr>
          <p:cNvPr id="663" name="Google Shape;663;p6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sp>
        <p:nvSpPr>
          <p:cNvPr id="664" name="Google Shape;664;p61"/>
          <p:cNvSpPr txBox="1"/>
          <p:nvPr/>
        </p:nvSpPr>
        <p:spPr>
          <a:xfrm>
            <a:off x="1257450" y="1634025"/>
            <a:ext cx="6629100" cy="22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C9078"/>
              </a:buClr>
              <a:buSzPts val="1700"/>
              <a:buChar char="●"/>
            </a:pPr>
            <a:r>
              <a:rPr lang="en" sz="1700">
                <a:solidFill>
                  <a:srgbClr val="AC9078"/>
                </a:solidFill>
              </a:rPr>
              <a:t>Višeslojna klijent–poslužitelj arhitektura</a:t>
            </a:r>
            <a:endParaRPr sz="1700">
              <a:solidFill>
                <a:srgbClr val="AC9078"/>
              </a:solidFill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C9078"/>
              </a:buClr>
              <a:buSzPts val="1700"/>
              <a:buChar char="●"/>
            </a:pPr>
            <a:r>
              <a:rPr lang="en" sz="1700" b="1">
                <a:solidFill>
                  <a:srgbClr val="AC9078"/>
                </a:solidFill>
              </a:rPr>
              <a:t>MVC</a:t>
            </a:r>
            <a:r>
              <a:rPr lang="en" sz="1700">
                <a:solidFill>
                  <a:srgbClr val="AC9078"/>
                </a:solidFill>
              </a:rPr>
              <a:t> obrazac u backendu (Model–View–Controller)</a:t>
            </a:r>
            <a:endParaRPr sz="1700">
              <a:solidFill>
                <a:srgbClr val="AC9078"/>
              </a:solidFill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C9078"/>
              </a:buClr>
              <a:buSzPts val="1700"/>
              <a:buChar char="●"/>
            </a:pPr>
            <a:r>
              <a:rPr lang="en" sz="1700">
                <a:solidFill>
                  <a:srgbClr val="AC9078"/>
                </a:solidFill>
              </a:rPr>
              <a:t>Frontend: </a:t>
            </a:r>
            <a:r>
              <a:rPr lang="en" sz="1700" b="1">
                <a:solidFill>
                  <a:srgbClr val="AC9078"/>
                </a:solidFill>
              </a:rPr>
              <a:t>React</a:t>
            </a:r>
            <a:r>
              <a:rPr lang="en" sz="1700">
                <a:solidFill>
                  <a:srgbClr val="AC9078"/>
                </a:solidFill>
              </a:rPr>
              <a:t> – responzivno korisničko sučelje</a:t>
            </a:r>
            <a:endParaRPr sz="1700">
              <a:solidFill>
                <a:srgbClr val="AC9078"/>
              </a:solidFill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C9078"/>
              </a:buClr>
              <a:buSzPts val="1700"/>
              <a:buChar char="●"/>
            </a:pPr>
            <a:r>
              <a:rPr lang="en" sz="1700">
                <a:solidFill>
                  <a:srgbClr val="AC9078"/>
                </a:solidFill>
              </a:rPr>
              <a:t>Backend: </a:t>
            </a:r>
            <a:r>
              <a:rPr lang="en" sz="1700" b="1">
                <a:solidFill>
                  <a:srgbClr val="AC9078"/>
                </a:solidFill>
              </a:rPr>
              <a:t>.NET </a:t>
            </a:r>
            <a:r>
              <a:rPr lang="en" sz="1700">
                <a:solidFill>
                  <a:srgbClr val="AC9078"/>
                </a:solidFill>
              </a:rPr>
              <a:t>(C#) – poslovna logika i sigurnost</a:t>
            </a:r>
            <a:endParaRPr sz="1700">
              <a:solidFill>
                <a:srgbClr val="AC9078"/>
              </a:solidFill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C9078"/>
              </a:buClr>
              <a:buSzPts val="1700"/>
              <a:buChar char="●"/>
            </a:pPr>
            <a:r>
              <a:rPr lang="en" sz="1700">
                <a:solidFill>
                  <a:srgbClr val="AC9078"/>
                </a:solidFill>
              </a:rPr>
              <a:t>Baza: </a:t>
            </a:r>
            <a:r>
              <a:rPr lang="en" sz="1700" b="1">
                <a:solidFill>
                  <a:srgbClr val="AC9078"/>
                </a:solidFill>
              </a:rPr>
              <a:t>PostgreSQL </a:t>
            </a:r>
            <a:r>
              <a:rPr lang="en" sz="1700">
                <a:solidFill>
                  <a:srgbClr val="AC9078"/>
                </a:solidFill>
              </a:rPr>
              <a:t>– korisnici, rječnici, napredak</a:t>
            </a:r>
            <a:endParaRPr sz="1700">
              <a:solidFill>
                <a:srgbClr val="AC9078"/>
              </a:solidFill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C9078"/>
              </a:buClr>
              <a:buSzPts val="1700"/>
              <a:buChar char="●"/>
            </a:pPr>
            <a:r>
              <a:rPr lang="en" sz="1700">
                <a:solidFill>
                  <a:srgbClr val="AC9078"/>
                </a:solidFill>
              </a:rPr>
              <a:t>Autentifikacija:</a:t>
            </a:r>
            <a:r>
              <a:rPr lang="en" sz="1700" b="1">
                <a:solidFill>
                  <a:srgbClr val="AC9078"/>
                </a:solidFill>
              </a:rPr>
              <a:t> OAuth 2.0 + JWT</a:t>
            </a:r>
            <a:endParaRPr sz="1700" b="1">
              <a:solidFill>
                <a:srgbClr val="AC9078"/>
              </a:solidFill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C9078"/>
              </a:buClr>
              <a:buSzPts val="1700"/>
              <a:buChar char="●"/>
            </a:pPr>
            <a:r>
              <a:rPr lang="en" sz="1700" b="1">
                <a:solidFill>
                  <a:srgbClr val="AC9078"/>
                </a:solidFill>
              </a:rPr>
              <a:t>Vanjski servisi:</a:t>
            </a:r>
            <a:r>
              <a:rPr lang="en" sz="1700">
                <a:solidFill>
                  <a:srgbClr val="AC9078"/>
                </a:solidFill>
              </a:rPr>
              <a:t> rječnik i analiza izgovora</a:t>
            </a:r>
            <a:endParaRPr sz="1700">
              <a:solidFill>
                <a:srgbClr val="AC9078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62"/>
          <p:cNvSpPr txBox="1">
            <a:spLocks noGrp="1"/>
          </p:cNvSpPr>
          <p:nvPr>
            <p:ph type="title"/>
          </p:nvPr>
        </p:nvSpPr>
        <p:spPr>
          <a:xfrm>
            <a:off x="866550" y="106679"/>
            <a:ext cx="7410900" cy="50496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>
                <a:solidFill>
                  <a:schemeClr val="lt1"/>
                </a:solidFill>
              </a:rPr>
              <a:t>Dijagram komponenata</a:t>
            </a:r>
            <a:endParaRPr sz="3200" dirty="0"/>
          </a:p>
        </p:txBody>
      </p:sp>
      <p:sp>
        <p:nvSpPr>
          <p:cNvPr id="670" name="Google Shape;670;p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pic>
        <p:nvPicPr>
          <p:cNvPr id="3" name="Slika 2" descr="Slika na kojoj se prikazuje tekst, dijagram, Plan, Trokut&#10;&#10;Sadržaj generiran uz AI možda nije točan.">
            <a:extLst>
              <a:ext uri="{FF2B5EF4-FFF2-40B4-BE49-F238E27FC236}">
                <a16:creationId xmlns:a16="http://schemas.microsoft.com/office/drawing/2014/main" id="{58AA834C-55EC-746B-F5E5-53585A3F60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7572" y="572458"/>
            <a:ext cx="5543040" cy="448722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63"/>
          <p:cNvSpPr txBox="1">
            <a:spLocks noGrp="1"/>
          </p:cNvSpPr>
          <p:nvPr>
            <p:ph type="title"/>
          </p:nvPr>
        </p:nvSpPr>
        <p:spPr>
          <a:xfrm>
            <a:off x="641825" y="253725"/>
            <a:ext cx="6363600" cy="90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ISPITIVANJE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677" name="Google Shape;677;p63"/>
          <p:cNvSpPr txBox="1">
            <a:spLocks noGrp="1"/>
          </p:cNvSpPr>
          <p:nvPr>
            <p:ph type="body" idx="1"/>
          </p:nvPr>
        </p:nvSpPr>
        <p:spPr>
          <a:xfrm>
            <a:off x="1050150" y="1154025"/>
            <a:ext cx="7246500" cy="324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F6000"/>
              </a:buClr>
              <a:buSzPts val="1900"/>
              <a:buFont typeface="Kulim Park"/>
              <a:buChar char="●"/>
            </a:pPr>
            <a:r>
              <a:rPr lang="en" sz="1900" b="1" dirty="0">
                <a:solidFill>
                  <a:srgbClr val="7F6000"/>
                </a:solidFill>
                <a:latin typeface="Kulim Park"/>
                <a:ea typeface="Kulim Park"/>
                <a:cs typeface="Kulim Park"/>
                <a:sym typeface="Kulim Park"/>
              </a:rPr>
              <a:t>Alat:</a:t>
            </a:r>
            <a:r>
              <a:rPr lang="en" sz="1900" dirty="0">
                <a:solidFill>
                  <a:srgbClr val="7F6000"/>
                </a:solidFill>
                <a:latin typeface="Kulim Park"/>
                <a:ea typeface="Kulim Park"/>
                <a:cs typeface="Kulim Park"/>
                <a:sym typeface="Kulim Park"/>
              </a:rPr>
              <a:t> xUnit (.NET), PlayWright</a:t>
            </a:r>
            <a:endParaRPr sz="1900" dirty="0">
              <a:solidFill>
                <a:srgbClr val="7F6000"/>
              </a:solidFill>
              <a:latin typeface="Kulim Park"/>
              <a:ea typeface="Kulim Park"/>
              <a:cs typeface="Kulim Park"/>
              <a:sym typeface="Kulim Park"/>
            </a:endParaRPr>
          </a:p>
          <a:p>
            <a:pPr marL="45720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F6000"/>
              </a:buClr>
              <a:buSzPts val="1900"/>
              <a:buFont typeface="Kulim Park"/>
              <a:buChar char="●"/>
            </a:pPr>
            <a:r>
              <a:rPr lang="en" sz="1900" b="1" dirty="0">
                <a:solidFill>
                  <a:srgbClr val="7F6000"/>
                </a:solidFill>
                <a:latin typeface="Kulim Park"/>
                <a:ea typeface="Kulim Park"/>
                <a:cs typeface="Kulim Park"/>
                <a:sym typeface="Kulim Park"/>
              </a:rPr>
              <a:t>Okruženje:</a:t>
            </a:r>
            <a:r>
              <a:rPr lang="en" sz="1900" dirty="0">
                <a:solidFill>
                  <a:srgbClr val="7F6000"/>
                </a:solidFill>
                <a:latin typeface="Kulim Park"/>
                <a:ea typeface="Kulim Park"/>
                <a:cs typeface="Kulim Park"/>
                <a:sym typeface="Kulim Park"/>
              </a:rPr>
              <a:t> in-memory baza, izolirani testovi</a:t>
            </a:r>
            <a:endParaRPr sz="1900" dirty="0">
              <a:solidFill>
                <a:srgbClr val="7F6000"/>
              </a:solidFill>
              <a:latin typeface="Kulim Park"/>
              <a:ea typeface="Kulim Park"/>
              <a:cs typeface="Kulim Park"/>
              <a:sym typeface="Kulim Park"/>
            </a:endParaRPr>
          </a:p>
          <a:p>
            <a:pPr marL="45720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F6000"/>
              </a:buClr>
              <a:buSzPts val="1900"/>
              <a:buFont typeface="Kulim Park"/>
              <a:buChar char="●"/>
            </a:pPr>
            <a:r>
              <a:rPr lang="en" sz="1900" b="1" dirty="0">
                <a:solidFill>
                  <a:srgbClr val="7F6000"/>
                </a:solidFill>
                <a:latin typeface="Kulim Park"/>
                <a:ea typeface="Kulim Park"/>
                <a:cs typeface="Kulim Park"/>
                <a:sym typeface="Kulim Park"/>
              </a:rPr>
              <a:t>Testirane komponente:</a:t>
            </a:r>
            <a:endParaRPr sz="1900" b="1" dirty="0">
              <a:solidFill>
                <a:srgbClr val="7F6000"/>
              </a:solidFill>
              <a:latin typeface="Kulim Park"/>
              <a:ea typeface="Kulim Park"/>
              <a:cs typeface="Kulim Park"/>
              <a:sym typeface="Kulim Park"/>
            </a:endParaRPr>
          </a:p>
          <a:p>
            <a:pPr marL="914400" lvl="1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F6000"/>
              </a:buClr>
              <a:buSzPts val="1900"/>
              <a:buFont typeface="Kulim Park"/>
              <a:buChar char="○"/>
            </a:pPr>
            <a:r>
              <a:rPr lang="en" sz="1900" dirty="0">
                <a:solidFill>
                  <a:srgbClr val="7F6000"/>
                </a:solidFill>
                <a:latin typeface="Kulim Park"/>
                <a:ea typeface="Kulim Park"/>
                <a:cs typeface="Kulim Park"/>
                <a:sym typeface="Kulim Park"/>
              </a:rPr>
              <a:t>GameService</a:t>
            </a:r>
            <a:endParaRPr sz="1900" dirty="0">
              <a:solidFill>
                <a:srgbClr val="7F6000"/>
              </a:solidFill>
              <a:latin typeface="Kulim Park"/>
              <a:ea typeface="Kulim Park"/>
              <a:cs typeface="Kulim Park"/>
              <a:sym typeface="Kulim Park"/>
            </a:endParaRPr>
          </a:p>
          <a:p>
            <a:pPr marL="914400" lvl="1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F6000"/>
              </a:buClr>
              <a:buSzPts val="1900"/>
              <a:buFont typeface="Kulim Park"/>
              <a:buChar char="○"/>
            </a:pPr>
            <a:r>
              <a:rPr lang="en" sz="1900" dirty="0">
                <a:solidFill>
                  <a:srgbClr val="7F6000"/>
                </a:solidFill>
                <a:latin typeface="Kulim Park"/>
                <a:ea typeface="Kulim Park"/>
                <a:cs typeface="Kulim Park"/>
                <a:sym typeface="Kulim Park"/>
              </a:rPr>
              <a:t>AuthService</a:t>
            </a:r>
            <a:endParaRPr sz="1900" dirty="0">
              <a:solidFill>
                <a:srgbClr val="7F6000"/>
              </a:solidFill>
              <a:latin typeface="Kulim Park"/>
              <a:ea typeface="Kulim Park"/>
              <a:cs typeface="Kulim Park"/>
              <a:sym typeface="Kulim Park"/>
            </a:endParaRPr>
          </a:p>
          <a:p>
            <a:pPr marL="914400" lvl="1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F6000"/>
              </a:buClr>
              <a:buSzPts val="1900"/>
              <a:buFont typeface="Kulim Park"/>
              <a:buChar char="○"/>
            </a:pPr>
            <a:r>
              <a:rPr lang="en" sz="1900" dirty="0">
                <a:solidFill>
                  <a:srgbClr val="7F6000"/>
                </a:solidFill>
                <a:latin typeface="Kulim Park"/>
                <a:ea typeface="Kulim Park"/>
                <a:cs typeface="Kulim Park"/>
                <a:sym typeface="Kulim Park"/>
              </a:rPr>
              <a:t>Dictionary Service</a:t>
            </a:r>
            <a:endParaRPr sz="1900" dirty="0">
              <a:solidFill>
                <a:srgbClr val="7F6000"/>
              </a:solidFill>
              <a:latin typeface="Kulim Park"/>
              <a:ea typeface="Kulim Park"/>
              <a:cs typeface="Kulim Park"/>
              <a:sym typeface="Kulim Park"/>
            </a:endParaRPr>
          </a:p>
          <a:p>
            <a:pPr marL="45720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F6000"/>
              </a:buClr>
              <a:buSzPts val="1900"/>
              <a:buFont typeface="Kulim Park"/>
              <a:buChar char="●"/>
            </a:pPr>
            <a:r>
              <a:rPr lang="en" sz="1900" b="1" dirty="0">
                <a:solidFill>
                  <a:srgbClr val="7F6000"/>
                </a:solidFill>
                <a:latin typeface="Kulim Park"/>
                <a:ea typeface="Kulim Park"/>
                <a:cs typeface="Kulim Park"/>
                <a:sym typeface="Kulim Park"/>
              </a:rPr>
              <a:t>Fokus:</a:t>
            </a:r>
            <a:r>
              <a:rPr lang="en" sz="1900" dirty="0">
                <a:solidFill>
                  <a:srgbClr val="7F6000"/>
                </a:solidFill>
                <a:latin typeface="Kulim Park"/>
                <a:ea typeface="Kulim Park"/>
                <a:cs typeface="Kulim Park"/>
                <a:sym typeface="Kulim Park"/>
              </a:rPr>
              <a:t> standardni slučajevi, rubni uvjeti, iznimke</a:t>
            </a:r>
            <a:endParaRPr sz="1900" dirty="0">
              <a:solidFill>
                <a:srgbClr val="7F6000"/>
              </a:solidFill>
              <a:latin typeface="Kulim Park"/>
              <a:ea typeface="Kulim Park"/>
              <a:cs typeface="Kulim Park"/>
              <a:sym typeface="Kulim Park"/>
            </a:endParaRPr>
          </a:p>
          <a:p>
            <a:pPr marL="45720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F6000"/>
              </a:buClr>
              <a:buSzPts val="1900"/>
              <a:buFont typeface="Kulim Park"/>
              <a:buChar char="●"/>
            </a:pPr>
            <a:r>
              <a:rPr lang="en" sz="1900" b="1" dirty="0">
                <a:solidFill>
                  <a:srgbClr val="7F6000"/>
                </a:solidFill>
                <a:latin typeface="Kulim Park"/>
                <a:ea typeface="Kulim Park"/>
                <a:cs typeface="Kulim Park"/>
                <a:sym typeface="Kulim Park"/>
              </a:rPr>
              <a:t>Rezultat:</a:t>
            </a:r>
            <a:r>
              <a:rPr lang="en" sz="1900" dirty="0">
                <a:solidFill>
                  <a:srgbClr val="7F6000"/>
                </a:solidFill>
                <a:latin typeface="Kulim Park"/>
                <a:ea typeface="Kulim Park"/>
                <a:cs typeface="Kulim Park"/>
                <a:sym typeface="Kulim Park"/>
              </a:rPr>
              <a:t> svi testovi uspješno prošli</a:t>
            </a:r>
            <a:endParaRPr sz="1900" dirty="0">
              <a:solidFill>
                <a:srgbClr val="7F6000"/>
              </a:solidFill>
              <a:latin typeface="Kulim Park"/>
              <a:ea typeface="Kulim Park"/>
              <a:cs typeface="Kulim Park"/>
              <a:sym typeface="Kulim Park"/>
            </a:endParaRPr>
          </a:p>
        </p:txBody>
      </p:sp>
      <p:sp>
        <p:nvSpPr>
          <p:cNvPr id="678" name="Google Shape;678;p6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11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64"/>
          <p:cNvSpPr txBox="1">
            <a:spLocks noGrp="1"/>
          </p:cNvSpPr>
          <p:nvPr>
            <p:ph type="title" idx="4"/>
          </p:nvPr>
        </p:nvSpPr>
        <p:spPr>
          <a:xfrm>
            <a:off x="432100" y="317000"/>
            <a:ext cx="7704000" cy="65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KORIŠTENI ALATI I TEHNOLOGIJE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84" name="Google Shape;684;p6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sp>
        <p:nvSpPr>
          <p:cNvPr id="685" name="Google Shape;685;p64"/>
          <p:cNvSpPr txBox="1"/>
          <p:nvPr/>
        </p:nvSpPr>
        <p:spPr>
          <a:xfrm>
            <a:off x="1313250" y="1021275"/>
            <a:ext cx="6517500" cy="3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"/>
              <a:buChar char="●"/>
            </a:pPr>
            <a:r>
              <a:rPr lang="en" sz="1500" b="1">
                <a:latin typeface="Manrope"/>
                <a:ea typeface="Manrope"/>
                <a:cs typeface="Manrope"/>
                <a:sym typeface="Manrope"/>
              </a:rPr>
              <a:t>Programski jezici:</a:t>
            </a:r>
            <a:r>
              <a:rPr lang="en" sz="1500">
                <a:latin typeface="Manrope"/>
                <a:ea typeface="Manrope"/>
                <a:cs typeface="Manrope"/>
                <a:sym typeface="Manrope"/>
              </a:rPr>
              <a:t> C# 13, TypeScript</a:t>
            </a:r>
            <a:endParaRPr sz="1500">
              <a:latin typeface="Manrope"/>
              <a:ea typeface="Manrope"/>
              <a:cs typeface="Manrope"/>
              <a:sym typeface="Manrope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500"/>
              <a:buFont typeface="Manrope"/>
              <a:buChar char="●"/>
            </a:pPr>
            <a:r>
              <a:rPr lang="en" sz="1500" b="1">
                <a:latin typeface="Manrope"/>
                <a:ea typeface="Manrope"/>
                <a:cs typeface="Manrope"/>
                <a:sym typeface="Manrope"/>
              </a:rPr>
              <a:t>Frontend:</a:t>
            </a:r>
            <a:r>
              <a:rPr lang="en" sz="1500">
                <a:latin typeface="Manrope"/>
                <a:ea typeface="Manrope"/>
                <a:cs typeface="Manrope"/>
                <a:sym typeface="Manrope"/>
              </a:rPr>
              <a:t> React 19 (Vite), Tailwind CSS</a:t>
            </a:r>
            <a:endParaRPr sz="1500">
              <a:latin typeface="Manrope"/>
              <a:ea typeface="Manrope"/>
              <a:cs typeface="Manrope"/>
              <a:sym typeface="Manrope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500"/>
              <a:buFont typeface="Manrope"/>
              <a:buChar char="●"/>
            </a:pPr>
            <a:r>
              <a:rPr lang="en" sz="1500" b="1">
                <a:latin typeface="Manrope"/>
                <a:ea typeface="Manrope"/>
                <a:cs typeface="Manrope"/>
                <a:sym typeface="Manrope"/>
              </a:rPr>
              <a:t>Backend:</a:t>
            </a:r>
            <a:r>
              <a:rPr lang="en" sz="1500">
                <a:latin typeface="Manrope"/>
                <a:ea typeface="Manrope"/>
                <a:cs typeface="Manrope"/>
                <a:sym typeface="Manrope"/>
              </a:rPr>
              <a:t> ASP.NET Core 9, Entity Framework 9</a:t>
            </a:r>
            <a:endParaRPr sz="1500">
              <a:latin typeface="Manrope"/>
              <a:ea typeface="Manrope"/>
              <a:cs typeface="Manrope"/>
              <a:sym typeface="Manrope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500"/>
              <a:buFont typeface="Manrope"/>
              <a:buChar char="●"/>
            </a:pPr>
            <a:r>
              <a:rPr lang="en" sz="1500" b="1">
                <a:latin typeface="Manrope"/>
                <a:ea typeface="Manrope"/>
                <a:cs typeface="Manrope"/>
                <a:sym typeface="Manrope"/>
              </a:rPr>
              <a:t>Autentifikacija:</a:t>
            </a:r>
            <a:r>
              <a:rPr lang="en" sz="1500">
                <a:latin typeface="Manrope"/>
                <a:ea typeface="Manrope"/>
                <a:cs typeface="Manrope"/>
                <a:sym typeface="Manrope"/>
              </a:rPr>
              <a:t> JWT, ASP.NET Identity</a:t>
            </a:r>
            <a:endParaRPr sz="1500">
              <a:latin typeface="Manrope"/>
              <a:ea typeface="Manrope"/>
              <a:cs typeface="Manrope"/>
              <a:sym typeface="Manrope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500"/>
              <a:buFont typeface="Manrope"/>
              <a:buChar char="●"/>
            </a:pPr>
            <a:r>
              <a:rPr lang="en" sz="1500" b="1">
                <a:latin typeface="Manrope"/>
                <a:ea typeface="Manrope"/>
                <a:cs typeface="Manrope"/>
                <a:sym typeface="Manrope"/>
              </a:rPr>
              <a:t>Baza podataka:</a:t>
            </a:r>
            <a:r>
              <a:rPr lang="en" sz="1500">
                <a:latin typeface="Manrope"/>
                <a:ea typeface="Manrope"/>
                <a:cs typeface="Manrope"/>
                <a:sym typeface="Manrope"/>
              </a:rPr>
              <a:t> PostgreSQL</a:t>
            </a:r>
            <a:endParaRPr sz="1500">
              <a:latin typeface="Manrope"/>
              <a:ea typeface="Manrope"/>
              <a:cs typeface="Manrope"/>
              <a:sym typeface="Manrope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500"/>
              <a:buFont typeface="Manrope"/>
              <a:buChar char="●"/>
            </a:pPr>
            <a:r>
              <a:rPr lang="en" sz="1500" b="1">
                <a:latin typeface="Manrope"/>
                <a:ea typeface="Manrope"/>
                <a:cs typeface="Manrope"/>
                <a:sym typeface="Manrope"/>
              </a:rPr>
              <a:t>Testiranje:</a:t>
            </a:r>
            <a:r>
              <a:rPr lang="en" sz="1500">
                <a:latin typeface="Manrope"/>
                <a:ea typeface="Manrope"/>
                <a:cs typeface="Manrope"/>
                <a:sym typeface="Manrope"/>
              </a:rPr>
              <a:t> xUnit, Jest / RTL, Playwright</a:t>
            </a:r>
            <a:endParaRPr sz="1500">
              <a:latin typeface="Manrope"/>
              <a:ea typeface="Manrope"/>
              <a:cs typeface="Manrope"/>
              <a:sym typeface="Manrope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500"/>
              <a:buFont typeface="Manrope"/>
              <a:buChar char="●"/>
            </a:pPr>
            <a:r>
              <a:rPr lang="en" sz="1500" b="1">
                <a:latin typeface="Manrope"/>
                <a:ea typeface="Manrope"/>
                <a:cs typeface="Manrope"/>
                <a:sym typeface="Manrope"/>
              </a:rPr>
              <a:t>API &amp; alati:</a:t>
            </a:r>
            <a:r>
              <a:rPr lang="en" sz="1500">
                <a:latin typeface="Manrope"/>
                <a:ea typeface="Manrope"/>
                <a:cs typeface="Manrope"/>
                <a:sym typeface="Manrope"/>
              </a:rPr>
              <a:t> Swagger, Postman, Axios</a:t>
            </a:r>
            <a:endParaRPr sz="1500">
              <a:latin typeface="Manrope"/>
              <a:ea typeface="Manrope"/>
              <a:cs typeface="Manrope"/>
              <a:sym typeface="Manrope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500"/>
              <a:buFont typeface="Manrope"/>
              <a:buChar char="●"/>
            </a:pPr>
            <a:r>
              <a:rPr lang="en" sz="1500" b="1">
                <a:latin typeface="Manrope"/>
                <a:ea typeface="Manrope"/>
                <a:cs typeface="Manrope"/>
                <a:sym typeface="Manrope"/>
              </a:rPr>
              <a:t>CI/CD &amp; Deployment:</a:t>
            </a:r>
            <a:r>
              <a:rPr lang="en" sz="1500">
                <a:latin typeface="Manrope"/>
                <a:ea typeface="Manrope"/>
                <a:cs typeface="Manrope"/>
                <a:sym typeface="Manrope"/>
              </a:rPr>
              <a:t> Docker, Docker Compose, GitHub Actions, RendeR</a:t>
            </a:r>
            <a:endParaRPr sz="1500">
              <a:latin typeface="Manrope"/>
              <a:ea typeface="Manrope"/>
              <a:cs typeface="Manrope"/>
              <a:sym typeface="Manrope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500"/>
              <a:buFont typeface="Manrope"/>
              <a:buChar char="●"/>
            </a:pPr>
            <a:r>
              <a:rPr lang="en" sz="1500" b="1">
                <a:latin typeface="Manrope"/>
                <a:ea typeface="Manrope"/>
                <a:cs typeface="Manrope"/>
                <a:sym typeface="Manrope"/>
              </a:rPr>
              <a:t>Vanjski API-ji:</a:t>
            </a:r>
            <a:r>
              <a:rPr lang="en" sz="1500">
                <a:latin typeface="Manrope"/>
                <a:ea typeface="Manrope"/>
                <a:cs typeface="Manrope"/>
                <a:sym typeface="Manrope"/>
              </a:rPr>
              <a:t> prijevod, rječnici i izgovor (RapidAPI)</a:t>
            </a:r>
            <a:endParaRPr sz="1500"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65"/>
          <p:cNvSpPr txBox="1">
            <a:spLocks noGrp="1"/>
          </p:cNvSpPr>
          <p:nvPr>
            <p:ph type="title" idx="4"/>
          </p:nvPr>
        </p:nvSpPr>
        <p:spPr>
          <a:xfrm>
            <a:off x="719925" y="437700"/>
            <a:ext cx="7704000" cy="65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Organizacija rada:</a:t>
            </a:r>
            <a:r>
              <a:rPr lang="en"/>
              <a:t> </a:t>
            </a:r>
            <a:endParaRPr/>
          </a:p>
        </p:txBody>
      </p:sp>
      <p:sp>
        <p:nvSpPr>
          <p:cNvPr id="691" name="Google Shape;691;p6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  <p:sp>
        <p:nvSpPr>
          <p:cNvPr id="692" name="Google Shape;692;p65"/>
          <p:cNvSpPr txBox="1"/>
          <p:nvPr/>
        </p:nvSpPr>
        <p:spPr>
          <a:xfrm>
            <a:off x="1244100" y="1336950"/>
            <a:ext cx="7010700" cy="28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Manrope"/>
              <a:buChar char="●"/>
            </a:pPr>
            <a:r>
              <a:rPr lang="en" sz="1700">
                <a:latin typeface="Manrope"/>
                <a:ea typeface="Manrope"/>
                <a:cs typeface="Manrope"/>
                <a:sym typeface="Manrope"/>
              </a:rPr>
              <a:t>Podjela zadataka po modulima (frontend, backend, testiranje, dokumentacija)</a:t>
            </a:r>
            <a:endParaRPr sz="1700" b="1">
              <a:latin typeface="Manrope"/>
              <a:ea typeface="Manrope"/>
              <a:cs typeface="Manrope"/>
              <a:sym typeface="Manrope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Font typeface="Manrope"/>
              <a:buChar char="●"/>
            </a:pPr>
            <a:r>
              <a:rPr lang="en" sz="1700">
                <a:latin typeface="Manrope"/>
                <a:ea typeface="Manrope"/>
                <a:cs typeface="Manrope"/>
                <a:sym typeface="Manrope"/>
              </a:rPr>
              <a:t>Fleksibilna preraspodjela zadataka prema opterećenju</a:t>
            </a:r>
            <a:endParaRPr sz="1700">
              <a:latin typeface="Manrope"/>
              <a:ea typeface="Manrope"/>
              <a:cs typeface="Manrope"/>
              <a:sym typeface="Manrope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Font typeface="Manrope"/>
              <a:buChar char="●"/>
            </a:pPr>
            <a:r>
              <a:rPr lang="en" sz="1700">
                <a:latin typeface="Manrope"/>
                <a:ea typeface="Manrope"/>
                <a:cs typeface="Manrope"/>
                <a:sym typeface="Manrope"/>
              </a:rPr>
              <a:t>Primijenjeni model: </a:t>
            </a:r>
            <a:r>
              <a:rPr lang="en" sz="1700" b="1">
                <a:latin typeface="Manrope"/>
                <a:ea typeface="Manrope"/>
                <a:cs typeface="Manrope"/>
                <a:sym typeface="Manrope"/>
              </a:rPr>
              <a:t>Iterativni / ad-hoc</a:t>
            </a:r>
            <a:endParaRPr sz="1700" b="1">
              <a:latin typeface="Manrope"/>
              <a:ea typeface="Manrope"/>
              <a:cs typeface="Manrope"/>
              <a:sym typeface="Manrope"/>
            </a:endParaRPr>
          </a:p>
          <a:p>
            <a:pPr marL="914400" lvl="1" indent="-3365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Font typeface="Manrope"/>
              <a:buChar char="○"/>
            </a:pPr>
            <a:r>
              <a:rPr lang="en" sz="1700">
                <a:latin typeface="Manrope"/>
                <a:ea typeface="Manrope"/>
                <a:cs typeface="Manrope"/>
                <a:sym typeface="Manrope"/>
              </a:rPr>
              <a:t>Razvoj u manjim fazama uz česte prilagodbe</a:t>
            </a:r>
            <a:endParaRPr sz="1700">
              <a:latin typeface="Manrope"/>
              <a:ea typeface="Manrope"/>
              <a:cs typeface="Manrope"/>
              <a:sym typeface="Manrope"/>
            </a:endParaRPr>
          </a:p>
          <a:p>
            <a:pPr marL="914400" lvl="1" indent="-3365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Font typeface="Manrope"/>
              <a:buChar char="○"/>
            </a:pPr>
            <a:r>
              <a:rPr lang="en" sz="1700">
                <a:latin typeface="Manrope"/>
                <a:ea typeface="Manrope"/>
                <a:cs typeface="Manrope"/>
                <a:sym typeface="Manrope"/>
              </a:rPr>
              <a:t>Paralelni rad na frontend i backend komponentama</a:t>
            </a:r>
            <a:endParaRPr sz="1700"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66"/>
          <p:cNvSpPr txBox="1">
            <a:spLocks noGrp="1"/>
          </p:cNvSpPr>
          <p:nvPr>
            <p:ph type="title" idx="4"/>
          </p:nvPr>
        </p:nvSpPr>
        <p:spPr>
          <a:xfrm>
            <a:off x="637450" y="270575"/>
            <a:ext cx="8017500" cy="65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b="1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Procjena napora izražena u satima po članu</a:t>
            </a:r>
            <a:endParaRPr sz="3500" b="1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98" name="Google Shape;698;p6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pic>
        <p:nvPicPr>
          <p:cNvPr id="699" name="Google Shape;699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930" y="928475"/>
            <a:ext cx="7943620" cy="36155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67"/>
          <p:cNvSpPr txBox="1">
            <a:spLocks noGrp="1"/>
          </p:cNvSpPr>
          <p:nvPr>
            <p:ph type="title" idx="4"/>
          </p:nvPr>
        </p:nvSpPr>
        <p:spPr>
          <a:xfrm>
            <a:off x="637450" y="270575"/>
            <a:ext cx="8017500" cy="65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 b="1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Vremenski okvir razvoja</a:t>
            </a:r>
            <a:endParaRPr sz="3500" b="1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05" name="Google Shape;705;p6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  <p:pic>
        <p:nvPicPr>
          <p:cNvPr id="706" name="Google Shape;706;p67" title="output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0288" y="1043750"/>
            <a:ext cx="5611817" cy="3910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68"/>
          <p:cNvSpPr txBox="1">
            <a:spLocks noGrp="1"/>
          </p:cNvSpPr>
          <p:nvPr>
            <p:ph type="subTitle" idx="1"/>
          </p:nvPr>
        </p:nvSpPr>
        <p:spPr>
          <a:xfrm>
            <a:off x="558100" y="1357600"/>
            <a:ext cx="5514900" cy="315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47A7C"/>
              </a:buClr>
              <a:buSzPts val="1600"/>
              <a:buChar char="●"/>
            </a:pPr>
            <a:r>
              <a:rPr lang="en" b="1">
                <a:solidFill>
                  <a:srgbClr val="B47A7C"/>
                </a:solidFill>
              </a:rPr>
              <a:t>Projekt FlipMemo</a:t>
            </a:r>
            <a:r>
              <a:rPr lang="en">
                <a:solidFill>
                  <a:srgbClr val="B47A7C"/>
                </a:solidFill>
              </a:rPr>
              <a:t> predstavlja cjelovit proces razvoja web aplikacije, od analize zahtjeva do funkcionalnog i testiranog rješenja</a:t>
            </a:r>
            <a:endParaRPr>
              <a:solidFill>
                <a:srgbClr val="B47A7C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B47A7C"/>
              </a:buClr>
              <a:buSzPts val="1600"/>
              <a:buChar char="●"/>
            </a:pPr>
            <a:r>
              <a:rPr lang="en">
                <a:solidFill>
                  <a:srgbClr val="B47A7C"/>
                </a:solidFill>
              </a:rPr>
              <a:t>Sustavan pristup radu i timska suradnja omogućili su stabilnu implementaciju te učinkovito rješavanje tehničkih i organizacijskih izazova</a:t>
            </a:r>
            <a:endParaRPr>
              <a:solidFill>
                <a:srgbClr val="B47A7C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B47A7C"/>
              </a:buClr>
              <a:buSzPts val="1600"/>
              <a:buChar char="●"/>
            </a:pPr>
            <a:r>
              <a:rPr lang="en">
                <a:solidFill>
                  <a:srgbClr val="B47A7C"/>
                </a:solidFill>
              </a:rPr>
              <a:t>Projekt je članovima tima pružio vrijedno praktično iskustvo i snažnu osnovu za daljnji profesionalni razvoj</a:t>
            </a:r>
            <a:endParaRPr>
              <a:solidFill>
                <a:srgbClr val="B47A7C"/>
              </a:solidFill>
            </a:endParaRPr>
          </a:p>
        </p:txBody>
      </p:sp>
      <p:sp>
        <p:nvSpPr>
          <p:cNvPr id="712" name="Google Shape;712;p68"/>
          <p:cNvSpPr/>
          <p:nvPr/>
        </p:nvSpPr>
        <p:spPr>
          <a:xfrm rot="344412">
            <a:off x="6402439" y="1031921"/>
            <a:ext cx="1544162" cy="3079661"/>
          </a:xfrm>
          <a:custGeom>
            <a:avLst/>
            <a:gdLst/>
            <a:ahLst/>
            <a:cxnLst/>
            <a:rect l="l" t="t" r="r" b="b"/>
            <a:pathLst>
              <a:path w="103480" h="206345" extrusionOk="0">
                <a:moveTo>
                  <a:pt x="61741" y="8558"/>
                </a:moveTo>
                <a:cubicBezTo>
                  <a:pt x="62649" y="8558"/>
                  <a:pt x="62637" y="9975"/>
                  <a:pt x="61704" y="9975"/>
                </a:cubicBezTo>
                <a:cubicBezTo>
                  <a:pt x="61677" y="9975"/>
                  <a:pt x="61650" y="9973"/>
                  <a:pt x="61623" y="9971"/>
                </a:cubicBezTo>
                <a:lnTo>
                  <a:pt x="40979" y="9971"/>
                </a:lnTo>
                <a:cubicBezTo>
                  <a:pt x="40952" y="9973"/>
                  <a:pt x="40925" y="9975"/>
                  <a:pt x="40898" y="9975"/>
                </a:cubicBezTo>
                <a:cubicBezTo>
                  <a:pt x="39965" y="9975"/>
                  <a:pt x="39952" y="8558"/>
                  <a:pt x="40861" y="8558"/>
                </a:cubicBezTo>
                <a:cubicBezTo>
                  <a:pt x="40899" y="8558"/>
                  <a:pt x="40938" y="8561"/>
                  <a:pt x="40979" y="8566"/>
                </a:cubicBezTo>
                <a:lnTo>
                  <a:pt x="61623" y="8566"/>
                </a:lnTo>
                <a:cubicBezTo>
                  <a:pt x="61664" y="8561"/>
                  <a:pt x="61703" y="8558"/>
                  <a:pt x="61741" y="8558"/>
                </a:cubicBezTo>
                <a:close/>
                <a:moveTo>
                  <a:pt x="100713" y="16164"/>
                </a:moveTo>
                <a:lnTo>
                  <a:pt x="100713" y="189567"/>
                </a:lnTo>
                <a:lnTo>
                  <a:pt x="2987" y="189567"/>
                </a:lnTo>
                <a:lnTo>
                  <a:pt x="2987" y="16164"/>
                </a:lnTo>
                <a:close/>
                <a:moveTo>
                  <a:pt x="22357" y="196638"/>
                </a:moveTo>
                <a:lnTo>
                  <a:pt x="22313" y="197165"/>
                </a:lnTo>
                <a:lnTo>
                  <a:pt x="18448" y="197165"/>
                </a:lnTo>
                <a:lnTo>
                  <a:pt x="18448" y="196638"/>
                </a:lnTo>
                <a:close/>
                <a:moveTo>
                  <a:pt x="53277" y="196726"/>
                </a:moveTo>
                <a:cubicBezTo>
                  <a:pt x="53365" y="196726"/>
                  <a:pt x="53453" y="196814"/>
                  <a:pt x="53453" y="196945"/>
                </a:cubicBezTo>
                <a:lnTo>
                  <a:pt x="53453" y="199976"/>
                </a:lnTo>
                <a:cubicBezTo>
                  <a:pt x="53453" y="200064"/>
                  <a:pt x="53365" y="200152"/>
                  <a:pt x="53234" y="200152"/>
                </a:cubicBezTo>
                <a:lnTo>
                  <a:pt x="50203" y="200152"/>
                </a:lnTo>
                <a:cubicBezTo>
                  <a:pt x="50071" y="200152"/>
                  <a:pt x="49983" y="200064"/>
                  <a:pt x="49983" y="199976"/>
                </a:cubicBezTo>
                <a:lnTo>
                  <a:pt x="49983" y="196945"/>
                </a:lnTo>
                <a:cubicBezTo>
                  <a:pt x="49983" y="196814"/>
                  <a:pt x="50071" y="196726"/>
                  <a:pt x="50203" y="196726"/>
                </a:cubicBezTo>
                <a:close/>
                <a:moveTo>
                  <a:pt x="80706" y="196517"/>
                </a:moveTo>
                <a:cubicBezTo>
                  <a:pt x="80761" y="196517"/>
                  <a:pt x="80816" y="196528"/>
                  <a:pt x="80860" y="196550"/>
                </a:cubicBezTo>
                <a:cubicBezTo>
                  <a:pt x="80948" y="196638"/>
                  <a:pt x="80948" y="196770"/>
                  <a:pt x="80860" y="196858"/>
                </a:cubicBezTo>
                <a:lnTo>
                  <a:pt x="79455" y="198263"/>
                </a:lnTo>
                <a:cubicBezTo>
                  <a:pt x="79367" y="198351"/>
                  <a:pt x="79323" y="198439"/>
                  <a:pt x="79323" y="198527"/>
                </a:cubicBezTo>
                <a:cubicBezTo>
                  <a:pt x="79323" y="198614"/>
                  <a:pt x="79367" y="198702"/>
                  <a:pt x="79455" y="198790"/>
                </a:cubicBezTo>
                <a:lnTo>
                  <a:pt x="80860" y="200196"/>
                </a:lnTo>
                <a:cubicBezTo>
                  <a:pt x="80948" y="200284"/>
                  <a:pt x="80948" y="200415"/>
                  <a:pt x="80860" y="200503"/>
                </a:cubicBezTo>
                <a:cubicBezTo>
                  <a:pt x="80816" y="200547"/>
                  <a:pt x="80761" y="200569"/>
                  <a:pt x="80706" y="200569"/>
                </a:cubicBezTo>
                <a:cubicBezTo>
                  <a:pt x="80652" y="200569"/>
                  <a:pt x="80597" y="200547"/>
                  <a:pt x="80553" y="200503"/>
                </a:cubicBezTo>
                <a:lnTo>
                  <a:pt x="79147" y="199098"/>
                </a:lnTo>
                <a:cubicBezTo>
                  <a:pt x="79015" y="198922"/>
                  <a:pt x="78928" y="198746"/>
                  <a:pt x="78928" y="198527"/>
                </a:cubicBezTo>
                <a:cubicBezTo>
                  <a:pt x="78928" y="198307"/>
                  <a:pt x="79015" y="198131"/>
                  <a:pt x="79147" y="198000"/>
                </a:cubicBezTo>
                <a:lnTo>
                  <a:pt x="80553" y="196550"/>
                </a:lnTo>
                <a:cubicBezTo>
                  <a:pt x="80597" y="196528"/>
                  <a:pt x="80652" y="196517"/>
                  <a:pt x="80706" y="196517"/>
                </a:cubicBezTo>
                <a:close/>
                <a:moveTo>
                  <a:pt x="15461" y="1"/>
                </a:moveTo>
                <a:cubicBezTo>
                  <a:pt x="6940" y="1"/>
                  <a:pt x="1" y="6941"/>
                  <a:pt x="1" y="15461"/>
                </a:cubicBezTo>
                <a:lnTo>
                  <a:pt x="1" y="190884"/>
                </a:lnTo>
                <a:cubicBezTo>
                  <a:pt x="1" y="199405"/>
                  <a:pt x="6940" y="206345"/>
                  <a:pt x="15461" y="206345"/>
                </a:cubicBezTo>
                <a:lnTo>
                  <a:pt x="88019" y="206345"/>
                </a:lnTo>
                <a:cubicBezTo>
                  <a:pt x="96540" y="206345"/>
                  <a:pt x="103480" y="199405"/>
                  <a:pt x="103480" y="190884"/>
                </a:cubicBezTo>
                <a:lnTo>
                  <a:pt x="103480" y="15461"/>
                </a:lnTo>
                <a:cubicBezTo>
                  <a:pt x="103480" y="6941"/>
                  <a:pt x="96540" y="1"/>
                  <a:pt x="88019" y="1"/>
                </a:cubicBezTo>
                <a:close/>
              </a:path>
            </a:pathLst>
          </a:cu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713" name="Google Shape;713;p68"/>
          <p:cNvSpPr txBox="1">
            <a:spLocks noGrp="1"/>
          </p:cNvSpPr>
          <p:nvPr>
            <p:ph type="title"/>
          </p:nvPr>
        </p:nvSpPr>
        <p:spPr>
          <a:xfrm>
            <a:off x="719925" y="437700"/>
            <a:ext cx="7704000" cy="65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lt1"/>
                </a:solidFill>
              </a:rPr>
              <a:t>ZAKLJUČAK</a:t>
            </a:r>
            <a:endParaRPr sz="3500">
              <a:solidFill>
                <a:schemeClr val="lt1"/>
              </a:solidFill>
            </a:endParaRPr>
          </a:p>
        </p:txBody>
      </p:sp>
      <p:sp>
        <p:nvSpPr>
          <p:cNvPr id="714" name="Google Shape;714;p6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  <p:pic>
        <p:nvPicPr>
          <p:cNvPr id="715" name="Google Shape;715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367948">
            <a:off x="6439585" y="1264458"/>
            <a:ext cx="1469880" cy="2614585"/>
          </a:xfrm>
          <a:prstGeom prst="rect">
            <a:avLst/>
          </a:prstGeom>
          <a:noFill/>
          <a:ln w="9525" cap="flat" cmpd="sng">
            <a:solidFill>
              <a:srgbClr val="E2B0A6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/>
                                        <p:tgtEl>
                                          <p:spTgt spid="7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Minimalist Korean Aesthetic Pitch Deck by Slidesgo">
  <a:themeElements>
    <a:clrScheme name="Simple Light">
      <a:dk1>
        <a:srgbClr val="1E1E1E"/>
      </a:dk1>
      <a:lt1>
        <a:srgbClr val="664B34"/>
      </a:lt1>
      <a:dk2>
        <a:srgbClr val="887C62"/>
      </a:dk2>
      <a:lt2>
        <a:srgbClr val="D4CBBB"/>
      </a:lt2>
      <a:accent1>
        <a:srgbClr val="E7E2D6"/>
      </a:accent1>
      <a:accent2>
        <a:srgbClr val="F3F3F3"/>
      </a:accent2>
      <a:accent3>
        <a:srgbClr val="E2B0A6"/>
      </a:accent3>
      <a:accent4>
        <a:srgbClr val="FFFFFF"/>
      </a:accent4>
      <a:accent5>
        <a:srgbClr val="FFFFFF"/>
      </a:accent5>
      <a:accent6>
        <a:srgbClr val="FFFFFF"/>
      </a:accent6>
      <a:hlink>
        <a:srgbClr val="1E1E1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7EE4125765ED2948A052938D48645A44" ma:contentTypeVersion="14" ma:contentTypeDescription="Stvaranje novog dokumenta." ma:contentTypeScope="" ma:versionID="8a8545a0b9281db0ceb38ac58cd561c4">
  <xsd:schema xmlns:xsd="http://www.w3.org/2001/XMLSchema" xmlns:xs="http://www.w3.org/2001/XMLSchema" xmlns:p="http://schemas.microsoft.com/office/2006/metadata/properties" xmlns:ns3="9b5d2802-0780-42be-a6c4-93a31d2c68d6" xmlns:ns4="9209c1c7-9ef0-4918-86d1-e2893d6c99f6" targetNamespace="http://schemas.microsoft.com/office/2006/metadata/properties" ma:root="true" ma:fieldsID="f3ff81e9adf9c0ee275a4717a2f0e6e3" ns3:_="" ns4:_="">
    <xsd:import namespace="9b5d2802-0780-42be-a6c4-93a31d2c68d6"/>
    <xsd:import namespace="9209c1c7-9ef0-4918-86d1-e2893d6c99f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LengthInSecond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5d2802-0780-42be-a6c4-93a31d2c68d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209c1c7-9ef0-4918-86d1-e2893d6c99f6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Zajednički se koristi s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ji o zajedničkom korištenju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8" nillable="true" ma:displayName="Raspršivanje savjeta za zajedničko korištenje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Vrsta sadržaja"/>
        <xsd:element ref="dc:title" minOccurs="0" maxOccurs="1" ma:index="4" ma:displayName="Naslov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b5d2802-0780-42be-a6c4-93a31d2c68d6" xsi:nil="true"/>
  </documentManagement>
</p:properties>
</file>

<file path=customXml/itemProps1.xml><?xml version="1.0" encoding="utf-8"?>
<ds:datastoreItem xmlns:ds="http://schemas.openxmlformats.org/officeDocument/2006/customXml" ds:itemID="{39BF6EC2-70EA-4155-A196-EAF15365DA7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b5d2802-0780-42be-a6c4-93a31d2c68d6"/>
    <ds:schemaRef ds:uri="9209c1c7-9ef0-4918-86d1-e2893d6c99f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2D036E1-7446-4947-859C-11DDC28BBD4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AC4621D-2241-465A-AA57-EBFFFC867FBC}">
  <ds:schemaRefs>
    <ds:schemaRef ds:uri="http://purl.org/dc/terms/"/>
    <ds:schemaRef ds:uri="http://purl.org/dc/elements/1.1/"/>
    <ds:schemaRef ds:uri="http://www.w3.org/XML/1998/namespace"/>
    <ds:schemaRef ds:uri="9209c1c7-9ef0-4918-86d1-e2893d6c99f6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9b5d2802-0780-42be-a6c4-93a31d2c68d6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626</Words>
  <Application>Microsoft Office PowerPoint</Application>
  <PresentationFormat>Prikaz na zaslonu (16:9)</PresentationFormat>
  <Paragraphs>120</Paragraphs>
  <Slides>16</Slides>
  <Notes>16</Notes>
  <HiddenSlides>0</HiddenSlides>
  <MMClips>0</MMClips>
  <ScaleCrop>false</ScaleCrop>
  <HeadingPairs>
    <vt:vector size="6" baseType="variant">
      <vt:variant>
        <vt:lpstr>Korišteni fontovi</vt:lpstr>
      </vt:variant>
      <vt:variant>
        <vt:i4>6</vt:i4>
      </vt:variant>
      <vt:variant>
        <vt:lpstr>Tema</vt:lpstr>
      </vt:variant>
      <vt:variant>
        <vt:i4>1</vt:i4>
      </vt:variant>
      <vt:variant>
        <vt:lpstr>Naslovi slajdova</vt:lpstr>
      </vt:variant>
      <vt:variant>
        <vt:i4>16</vt:i4>
      </vt:variant>
    </vt:vector>
  </HeadingPairs>
  <TitlesOfParts>
    <vt:vector size="23" baseType="lpstr">
      <vt:lpstr>PT Sans</vt:lpstr>
      <vt:lpstr>Kulim Park SemiBold</vt:lpstr>
      <vt:lpstr>Kulim Park</vt:lpstr>
      <vt:lpstr>Nunito Light</vt:lpstr>
      <vt:lpstr>Arial</vt:lpstr>
      <vt:lpstr>Manrope</vt:lpstr>
      <vt:lpstr>Minimalist Korean Aesthetic Pitch Deck by Slidesgo</vt:lpstr>
      <vt:lpstr>Programsko inženjerstvo Aplikacija FlipMemo</vt:lpstr>
      <vt:lpstr>SADRŽAJ</vt:lpstr>
      <vt:lpstr>Članovi tima:</vt:lpstr>
      <vt:lpstr>O projektu:</vt:lpstr>
      <vt:lpstr>Pregled zahtjeva</vt:lpstr>
      <vt:lpstr> Funkcijski zahtjevi:</vt:lpstr>
      <vt:lpstr> Nefunkcijski zahtjevi:</vt:lpstr>
      <vt:lpstr>UML dijagram obrazaca uporabe</vt:lpstr>
      <vt:lpstr>ARHITEKTURA SUSTAVA</vt:lpstr>
      <vt:lpstr>Dijagram komponenata</vt:lpstr>
      <vt:lpstr>ISPITIVANJE</vt:lpstr>
      <vt:lpstr>KORIŠTENI ALATI I TEHNOLOGIJE</vt:lpstr>
      <vt:lpstr>Organizacija rada: </vt:lpstr>
      <vt:lpstr>Procjena napora izražena u satima po članu</vt:lpstr>
      <vt:lpstr>Vremenski okvir razvoja</vt:lpstr>
      <vt:lpstr>ZAKLJUČAK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TheMighty Jay</dc:creator>
  <cp:lastModifiedBy>Martin Saraga</cp:lastModifiedBy>
  <cp:revision>3</cp:revision>
  <dcterms:modified xsi:type="dcterms:W3CDTF">2026-01-23T16:17:21Z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0x0101007EE4125765ED2948A052938D48645A44</vt:lpwstr>
  </property>
</Properties>
</file>